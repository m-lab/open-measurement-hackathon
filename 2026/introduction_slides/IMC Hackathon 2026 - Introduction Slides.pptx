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9" r:id="rId4"/>
    <p:sldMasterId id="2147483710" r:id="rId5"/>
    <p:sldMasterId id="214748371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Space Mono"/>
      <p:regular r:id="rId46"/>
      <p:bold r:id="rId47"/>
      <p:italic r:id="rId48"/>
      <p:boldItalic r:id="rId49"/>
    </p:embeddedFont>
    <p:embeddedFont>
      <p:font typeface="Roboto"/>
      <p:regular r:id="rId50"/>
      <p:bold r:id="rId51"/>
      <p:italic r:id="rId52"/>
      <p:boldItalic r:id="rId53"/>
    </p:embeddedFont>
    <p:embeddedFont>
      <p:font typeface="Inter SemiBold"/>
      <p:regular r:id="rId54"/>
      <p:bold r:id="rId55"/>
      <p:italic r:id="rId56"/>
      <p:boldItalic r:id="rId57"/>
    </p:embeddedFont>
    <p:embeddedFont>
      <p:font typeface="Nunito"/>
      <p:regular r:id="rId58"/>
      <p:bold r:id="rId59"/>
      <p:italic r:id="rId60"/>
      <p:boldItalic r:id="rId61"/>
    </p:embeddedFont>
    <p:embeddedFont>
      <p:font typeface="Do Hyeon"/>
      <p:regular r:id="rId62"/>
    </p:embeddedFont>
    <p:embeddedFont>
      <p:font typeface="Roboto Condensed"/>
      <p:regular r:id="rId63"/>
      <p:bold r:id="rId64"/>
      <p:italic r:id="rId65"/>
      <p:boldItalic r:id="rId66"/>
    </p:embeddedFont>
    <p:embeddedFont>
      <p:font typeface="Hind Light"/>
      <p:regular r:id="rId67"/>
      <p:bold r:id="rId68"/>
    </p:embeddedFont>
    <p:embeddedFont>
      <p:font typeface="Fira Sans"/>
      <p:regular r:id="rId69"/>
      <p:bold r:id="rId70"/>
      <p:italic r:id="rId71"/>
      <p:boldItalic r:id="rId72"/>
    </p:embeddedFont>
    <p:embeddedFont>
      <p:font typeface="Syncopate"/>
      <p:regular r:id="rId73"/>
      <p:bold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SpaceMono-regular.fntdata"/><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SpaceMono-italic.fntdata"/><Relationship Id="rId47" Type="http://schemas.openxmlformats.org/officeDocument/2006/relationships/font" Target="fonts/SpaceMono-bold.fntdata"/><Relationship Id="rId49" Type="http://schemas.openxmlformats.org/officeDocument/2006/relationships/font" Target="fonts/SpaceMono-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Syncopate-regular.fntdata"/><Relationship Id="rId72" Type="http://schemas.openxmlformats.org/officeDocument/2006/relationships/font" Target="fonts/FiraSans-boldItalic.fntdata"/><Relationship Id="rId31" Type="http://schemas.openxmlformats.org/officeDocument/2006/relationships/slide" Target="slides/slide24.xml"/><Relationship Id="rId30" Type="http://schemas.openxmlformats.org/officeDocument/2006/relationships/slide" Target="slides/slide23.xml"/><Relationship Id="rId74" Type="http://schemas.openxmlformats.org/officeDocument/2006/relationships/font" Target="fonts/Syncopate-bold.fntdata"/><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FiraSans-italic.fntdata"/><Relationship Id="rId70" Type="http://schemas.openxmlformats.org/officeDocument/2006/relationships/font" Target="fonts/FiraSans-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DoHyeon-regular.fntdata"/><Relationship Id="rId61" Type="http://schemas.openxmlformats.org/officeDocument/2006/relationships/font" Target="fonts/Nunito-boldItalic.fntdata"/><Relationship Id="rId20" Type="http://schemas.openxmlformats.org/officeDocument/2006/relationships/slide" Target="slides/slide13.xml"/><Relationship Id="rId64" Type="http://schemas.openxmlformats.org/officeDocument/2006/relationships/font" Target="fonts/RobotoCondensed-bold.fntdata"/><Relationship Id="rId63" Type="http://schemas.openxmlformats.org/officeDocument/2006/relationships/font" Target="fonts/RobotoCondensed-regular.fntdata"/><Relationship Id="rId22" Type="http://schemas.openxmlformats.org/officeDocument/2006/relationships/slide" Target="slides/slide15.xml"/><Relationship Id="rId66" Type="http://schemas.openxmlformats.org/officeDocument/2006/relationships/font" Target="fonts/RobotoCondensed-boldItalic.fntdata"/><Relationship Id="rId21" Type="http://schemas.openxmlformats.org/officeDocument/2006/relationships/slide" Target="slides/slide14.xml"/><Relationship Id="rId65" Type="http://schemas.openxmlformats.org/officeDocument/2006/relationships/font" Target="fonts/RobotoCondensed-italic.fntdata"/><Relationship Id="rId24" Type="http://schemas.openxmlformats.org/officeDocument/2006/relationships/slide" Target="slides/slide17.xml"/><Relationship Id="rId68" Type="http://schemas.openxmlformats.org/officeDocument/2006/relationships/font" Target="fonts/HindLight-bold.fntdata"/><Relationship Id="rId23" Type="http://schemas.openxmlformats.org/officeDocument/2006/relationships/slide" Target="slides/slide16.xml"/><Relationship Id="rId67" Type="http://schemas.openxmlformats.org/officeDocument/2006/relationships/font" Target="fonts/HindLight-regular.fntdata"/><Relationship Id="rId60" Type="http://schemas.openxmlformats.org/officeDocument/2006/relationships/font" Target="fonts/Nunito-italic.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FiraSans-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4.xml"/><Relationship Id="rId55" Type="http://schemas.openxmlformats.org/officeDocument/2006/relationships/font" Target="fonts/InterSemiBold-bold.fntdata"/><Relationship Id="rId10" Type="http://schemas.openxmlformats.org/officeDocument/2006/relationships/slide" Target="slides/slide3.xml"/><Relationship Id="rId54" Type="http://schemas.openxmlformats.org/officeDocument/2006/relationships/font" Target="fonts/InterSemiBold-regular.fntdata"/><Relationship Id="rId13" Type="http://schemas.openxmlformats.org/officeDocument/2006/relationships/slide" Target="slides/slide6.xml"/><Relationship Id="rId57" Type="http://schemas.openxmlformats.org/officeDocument/2006/relationships/font" Target="fonts/InterSemiBold-boldItalic.fntdata"/><Relationship Id="rId12" Type="http://schemas.openxmlformats.org/officeDocument/2006/relationships/slide" Target="slides/slide5.xml"/><Relationship Id="rId56" Type="http://schemas.openxmlformats.org/officeDocument/2006/relationships/font" Target="fonts/InterSemiBold-italic.fntdata"/><Relationship Id="rId15" Type="http://schemas.openxmlformats.org/officeDocument/2006/relationships/slide" Target="slides/slide8.xml"/><Relationship Id="rId59" Type="http://schemas.openxmlformats.org/officeDocument/2006/relationships/font" Target="fonts/Nunito-bold.fntdata"/><Relationship Id="rId14" Type="http://schemas.openxmlformats.org/officeDocument/2006/relationships/slide" Target="slides/slide7.xml"/><Relationship Id="rId58" Type="http://schemas.openxmlformats.org/officeDocument/2006/relationships/font" Target="fonts/Nunito-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99e0a25d9ba484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h99e0a25d9ba484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99e0a25d9ba484e_1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h99e0a25d9ba484e_1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11626d3738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11626d3738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11626d3738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11626d3738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11626d373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11626d373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99e0a25d9ba484e_1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h99e0a25d9ba484e_1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99e0a25d9ba484e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h99e0a25d9ba484e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h99e0a25d9ba484e_1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h99e0a25d9ba484e_1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h99e0a25d9ba484e_1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h99e0a25d9ba484e_1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h99e0a25d9ba484e_1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h99e0a25d9ba484e_1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h99e0a25d9ba484e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h99e0a25d9ba484e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h99e0a25d9ba484e_1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h99e0a25d9ba484e_1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h99e0a25d9ba484e_1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h99e0a25d9ba484e_1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99e0a25d9ba484e_1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h99e0a25d9ba484e_1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0d9ee4f79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0d9ee4f7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h99e0a25d9ba484e_1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h99e0a25d9ba484e_1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9c6ea77e5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9c6ea77e5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4ebf493c6a1b91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h4ebf493c6a1b91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4ebf493c6a1b913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h4ebf493c6a1b913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h4ebf493c6a1b913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h4ebf493c6a1b913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4ebf493c6a1b913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h4ebf493c6a1b913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11560d3ba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11560d3ba7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11560d3ba7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9c6ea77e5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9c6ea77e5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h99e0a25d9ba484e_1_1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h99e0a25d9ba484e_1_1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h99e0a25d9ba484e_1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h99e0a25d9ba484e_1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h99e0a25d9ba484e_1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h99e0a25d9ba484e_1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h99e0a25d9ba484e_1_1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h99e0a25d9ba484e_1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99e0a25d9ba484e_1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99e0a25d9ba484e_1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h99e0a25d9ba484e_1_1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h99e0a25d9ba484e_1_1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h99e0a25d9ba484e_1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h99e0a25d9ba484e_1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99e0a25d9ba484e_1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99e0a25d9ba484e_1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h99e0a25d9ba484e_1_1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h99e0a25d9ba484e_1_1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4ebf493c6a1b9131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h4ebf493c6a1b9131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h4ebf493c6a1b9131_5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h4ebf493c6a1b9131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h4ebf493c6a1b9131_5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h4ebf493c6a1b9131_5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h99e0a25d9ba484e_1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h99e0a25d9ba484e_1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99e0a25d9ba484e_1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h99e0a25d9ba484e_1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h4ebf493c6a1b9131_5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h4ebf493c6a1b9131_5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13"/>
          <p:cNvSpPr txBox="1"/>
          <p:nvPr>
            <p:ph type="title"/>
          </p:nvPr>
        </p:nvSpPr>
        <p:spPr>
          <a:xfrm>
            <a:off x="285750" y="150541"/>
            <a:ext cx="8572500" cy="7611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A7934B"/>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284286" y="911612"/>
            <a:ext cx="4211400" cy="31695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003057"/>
              </a:buClr>
              <a:buSzPts val="1400"/>
              <a:buChar char="●"/>
              <a:defRPr/>
            </a:lvl1pPr>
            <a:lvl2pPr indent="-317500" lvl="1" marL="914400" algn="l">
              <a:lnSpc>
                <a:spcPct val="90000"/>
              </a:lnSpc>
              <a:spcBef>
                <a:spcPts val="1200"/>
              </a:spcBef>
              <a:spcAft>
                <a:spcPts val="0"/>
              </a:spcAft>
              <a:buClr>
                <a:srgbClr val="003057"/>
              </a:buClr>
              <a:buSzPts val="1400"/>
              <a:buChar char="○"/>
              <a:defRPr/>
            </a:lvl2pPr>
            <a:lvl3pPr indent="-317500" lvl="2" marL="1371600" algn="l">
              <a:lnSpc>
                <a:spcPct val="90000"/>
              </a:lnSpc>
              <a:spcBef>
                <a:spcPts val="1200"/>
              </a:spcBef>
              <a:spcAft>
                <a:spcPts val="0"/>
              </a:spcAft>
              <a:buClr>
                <a:srgbClr val="003057"/>
              </a:buClr>
              <a:buSzPts val="1400"/>
              <a:buChar char="■"/>
              <a:defRPr/>
            </a:lvl3pPr>
            <a:lvl4pPr indent="-317500" lvl="3" marL="1828800" algn="l">
              <a:lnSpc>
                <a:spcPct val="90000"/>
              </a:lnSpc>
              <a:spcBef>
                <a:spcPts val="1200"/>
              </a:spcBef>
              <a:spcAft>
                <a:spcPts val="0"/>
              </a:spcAft>
              <a:buClr>
                <a:srgbClr val="003057"/>
              </a:buClr>
              <a:buSzPts val="1400"/>
              <a:buChar char="●"/>
              <a:defRPr/>
            </a:lvl4pPr>
            <a:lvl5pPr indent="-317500" lvl="4" marL="2286000" algn="l">
              <a:lnSpc>
                <a:spcPct val="90000"/>
              </a:lnSpc>
              <a:spcBef>
                <a:spcPts val="1200"/>
              </a:spcBef>
              <a:spcAft>
                <a:spcPts val="0"/>
              </a:spcAft>
              <a:buClr>
                <a:srgbClr val="003057"/>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2" type="body"/>
          </p:nvPr>
        </p:nvSpPr>
        <p:spPr>
          <a:xfrm>
            <a:off x="4648200" y="911612"/>
            <a:ext cx="4209900" cy="31695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003057"/>
              </a:buClr>
              <a:buSzPts val="1400"/>
              <a:buChar char="●"/>
              <a:defRPr/>
            </a:lvl1pPr>
            <a:lvl2pPr indent="-317500" lvl="1" marL="914400" algn="l">
              <a:lnSpc>
                <a:spcPct val="90000"/>
              </a:lnSpc>
              <a:spcBef>
                <a:spcPts val="1200"/>
              </a:spcBef>
              <a:spcAft>
                <a:spcPts val="0"/>
              </a:spcAft>
              <a:buClr>
                <a:srgbClr val="003057"/>
              </a:buClr>
              <a:buSzPts val="1400"/>
              <a:buChar char="○"/>
              <a:defRPr/>
            </a:lvl2pPr>
            <a:lvl3pPr indent="-317500" lvl="2" marL="1371600" algn="l">
              <a:lnSpc>
                <a:spcPct val="90000"/>
              </a:lnSpc>
              <a:spcBef>
                <a:spcPts val="1200"/>
              </a:spcBef>
              <a:spcAft>
                <a:spcPts val="0"/>
              </a:spcAft>
              <a:buClr>
                <a:srgbClr val="003057"/>
              </a:buClr>
              <a:buSzPts val="1400"/>
              <a:buChar char="■"/>
              <a:defRPr/>
            </a:lvl3pPr>
            <a:lvl4pPr indent="-317500" lvl="3" marL="1828800" algn="l">
              <a:lnSpc>
                <a:spcPct val="90000"/>
              </a:lnSpc>
              <a:spcBef>
                <a:spcPts val="1200"/>
              </a:spcBef>
              <a:spcAft>
                <a:spcPts val="0"/>
              </a:spcAft>
              <a:buClr>
                <a:srgbClr val="003057"/>
              </a:buClr>
              <a:buSzPts val="1400"/>
              <a:buChar char="●"/>
              <a:defRPr/>
            </a:lvl4pPr>
            <a:lvl5pPr indent="-317500" lvl="4" marL="2286000" algn="l">
              <a:lnSpc>
                <a:spcPct val="90000"/>
              </a:lnSpc>
              <a:spcBef>
                <a:spcPts val="1200"/>
              </a:spcBef>
              <a:spcAft>
                <a:spcPts val="0"/>
              </a:spcAft>
              <a:buClr>
                <a:srgbClr val="003057"/>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4" name="Google Shape;54;p13"/>
          <p:cNvSpPr txBox="1"/>
          <p:nvPr>
            <p:ph idx="10" type="dt"/>
          </p:nvPr>
        </p:nvSpPr>
        <p:spPr>
          <a:xfrm>
            <a:off x="1056247" y="4636905"/>
            <a:ext cx="11601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285750" y="4636905"/>
            <a:ext cx="687300" cy="273900"/>
          </a:xfrm>
          <a:prstGeom prst="rect">
            <a:avLst/>
          </a:prstGeom>
          <a:noFill/>
          <a:ln>
            <a:noFill/>
          </a:ln>
        </p:spPr>
        <p:txBody>
          <a:bodyPr anchorCtr="0" anchor="ctr" bIns="34275" lIns="68575" spcFirstLastPara="1" rIns="68575" wrap="square" tIns="34275">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6" name="Shape 56"/>
        <p:cNvGrpSpPr/>
        <p:nvPr/>
      </p:nvGrpSpPr>
      <p:grpSpPr>
        <a:xfrm>
          <a:off x="0" y="0"/>
          <a:ext cx="0" cy="0"/>
          <a:chOff x="0" y="0"/>
          <a:chExt cx="0" cy="0"/>
        </a:xfrm>
      </p:grpSpPr>
      <p:sp>
        <p:nvSpPr>
          <p:cNvPr id="57" name="Google Shape;57;p14"/>
          <p:cNvSpPr txBox="1"/>
          <p:nvPr>
            <p:ph idx="1" type="body"/>
          </p:nvPr>
        </p:nvSpPr>
        <p:spPr>
          <a:xfrm>
            <a:off x="285750" y="911614"/>
            <a:ext cx="8572500" cy="31695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003057"/>
              </a:buClr>
              <a:buSzPts val="1400"/>
              <a:buChar char="●"/>
              <a:defRPr/>
            </a:lvl1pPr>
            <a:lvl2pPr indent="-317500" lvl="1" marL="914400" algn="l">
              <a:lnSpc>
                <a:spcPct val="90000"/>
              </a:lnSpc>
              <a:spcBef>
                <a:spcPts val="1200"/>
              </a:spcBef>
              <a:spcAft>
                <a:spcPts val="0"/>
              </a:spcAft>
              <a:buClr>
                <a:srgbClr val="003057"/>
              </a:buClr>
              <a:buSzPts val="1400"/>
              <a:buChar char="○"/>
              <a:defRPr/>
            </a:lvl2pPr>
            <a:lvl3pPr indent="-317500" lvl="2" marL="1371600" algn="l">
              <a:lnSpc>
                <a:spcPct val="90000"/>
              </a:lnSpc>
              <a:spcBef>
                <a:spcPts val="1200"/>
              </a:spcBef>
              <a:spcAft>
                <a:spcPts val="0"/>
              </a:spcAft>
              <a:buClr>
                <a:srgbClr val="003057"/>
              </a:buClr>
              <a:buSzPts val="1400"/>
              <a:buChar char="■"/>
              <a:defRPr/>
            </a:lvl3pPr>
            <a:lvl4pPr indent="-317500" lvl="3" marL="1828800" algn="l">
              <a:lnSpc>
                <a:spcPct val="90000"/>
              </a:lnSpc>
              <a:spcBef>
                <a:spcPts val="1200"/>
              </a:spcBef>
              <a:spcAft>
                <a:spcPts val="0"/>
              </a:spcAft>
              <a:buClr>
                <a:srgbClr val="003057"/>
              </a:buClr>
              <a:buSzPts val="1400"/>
              <a:buChar char="●"/>
              <a:defRPr/>
            </a:lvl4pPr>
            <a:lvl5pPr indent="-317500" lvl="4" marL="2286000" algn="l">
              <a:lnSpc>
                <a:spcPct val="90000"/>
              </a:lnSpc>
              <a:spcBef>
                <a:spcPts val="1200"/>
              </a:spcBef>
              <a:spcAft>
                <a:spcPts val="0"/>
              </a:spcAft>
              <a:buClr>
                <a:srgbClr val="003057"/>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8" name="Google Shape;58;p14"/>
          <p:cNvSpPr txBox="1"/>
          <p:nvPr>
            <p:ph idx="10" type="dt"/>
          </p:nvPr>
        </p:nvSpPr>
        <p:spPr>
          <a:xfrm>
            <a:off x="1056247" y="4636905"/>
            <a:ext cx="11601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285750" y="4636905"/>
            <a:ext cx="687300" cy="273900"/>
          </a:xfrm>
          <a:prstGeom prst="rect">
            <a:avLst/>
          </a:prstGeom>
          <a:noFill/>
          <a:ln>
            <a:noFill/>
          </a:ln>
        </p:spPr>
        <p:txBody>
          <a:bodyPr anchorCtr="0" anchor="ctr" bIns="34275" lIns="68575" spcFirstLastPara="1" rIns="68575" wrap="square" tIns="34275">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60" name="Google Shape;60;p14"/>
          <p:cNvSpPr txBox="1"/>
          <p:nvPr>
            <p:ph type="title"/>
          </p:nvPr>
        </p:nvSpPr>
        <p:spPr>
          <a:xfrm>
            <a:off x="285750" y="150541"/>
            <a:ext cx="8572500" cy="7611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A7934B"/>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s">
  <p:cSld name="Charts">
    <p:spTree>
      <p:nvGrpSpPr>
        <p:cNvPr id="61" name="Shape 61"/>
        <p:cNvGrpSpPr/>
        <p:nvPr/>
      </p:nvGrpSpPr>
      <p:grpSpPr>
        <a:xfrm>
          <a:off x="0" y="0"/>
          <a:ext cx="0" cy="0"/>
          <a:chOff x="0" y="0"/>
          <a:chExt cx="0" cy="0"/>
        </a:xfrm>
      </p:grpSpPr>
      <p:sp>
        <p:nvSpPr>
          <p:cNvPr id="62" name="Google Shape;62;p15"/>
          <p:cNvSpPr txBox="1"/>
          <p:nvPr>
            <p:ph type="title"/>
          </p:nvPr>
        </p:nvSpPr>
        <p:spPr>
          <a:xfrm>
            <a:off x="285750" y="150541"/>
            <a:ext cx="8572500" cy="7611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A7934B"/>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5"/>
          <p:cNvSpPr txBox="1"/>
          <p:nvPr>
            <p:ph idx="10" type="dt"/>
          </p:nvPr>
        </p:nvSpPr>
        <p:spPr>
          <a:xfrm>
            <a:off x="1056247" y="4636905"/>
            <a:ext cx="11601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285750" y="4636905"/>
            <a:ext cx="687300" cy="273900"/>
          </a:xfrm>
          <a:prstGeom prst="rect">
            <a:avLst/>
          </a:prstGeom>
          <a:noFill/>
          <a:ln>
            <a:noFill/>
          </a:ln>
        </p:spPr>
        <p:txBody>
          <a:bodyPr anchorCtr="0" anchor="ctr" bIns="34275" lIns="68575" spcFirstLastPara="1" rIns="68575" wrap="square" tIns="34275">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
        <p:nvSpPr>
          <p:cNvPr id="65" name="Google Shape;65;p15"/>
          <p:cNvSpPr/>
          <p:nvPr>
            <p:ph idx="2" type="chart"/>
          </p:nvPr>
        </p:nvSpPr>
        <p:spPr>
          <a:xfrm>
            <a:off x="285750" y="1076325"/>
            <a:ext cx="5632800" cy="34290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rgbClr val="003057"/>
              </a:buClr>
              <a:buSzPts val="1800"/>
              <a:buFont typeface="Arial"/>
              <a:buChar char="•"/>
              <a:defRPr b="0" i="0" sz="1800" u="none" cap="none" strike="noStrike">
                <a:solidFill>
                  <a:srgbClr val="003057"/>
                </a:solidFill>
                <a:latin typeface="Roboto"/>
                <a:ea typeface="Roboto"/>
                <a:cs typeface="Roboto"/>
                <a:sym typeface="Roboto"/>
              </a:defRPr>
            </a:lvl1pPr>
            <a:lvl2pPr lvl="1" marR="0" algn="l">
              <a:lnSpc>
                <a:spcPct val="90000"/>
              </a:lnSpc>
              <a:spcBef>
                <a:spcPts val="400"/>
              </a:spcBef>
              <a:spcAft>
                <a:spcPts val="0"/>
              </a:spcAft>
              <a:buClr>
                <a:srgbClr val="003057"/>
              </a:buClr>
              <a:buSzPts val="1500"/>
              <a:buFont typeface="Arial"/>
              <a:buChar char="•"/>
              <a:defRPr b="0" i="0" sz="1500" u="none" cap="none" strike="noStrike">
                <a:solidFill>
                  <a:srgbClr val="003057"/>
                </a:solidFill>
                <a:latin typeface="Roboto"/>
                <a:ea typeface="Roboto"/>
                <a:cs typeface="Roboto"/>
                <a:sym typeface="Roboto"/>
              </a:defRPr>
            </a:lvl2pPr>
            <a:lvl3pPr lvl="2" marR="0" algn="l">
              <a:lnSpc>
                <a:spcPct val="90000"/>
              </a:lnSpc>
              <a:spcBef>
                <a:spcPts val="400"/>
              </a:spcBef>
              <a:spcAft>
                <a:spcPts val="0"/>
              </a:spcAft>
              <a:buClr>
                <a:srgbClr val="003057"/>
              </a:buClr>
              <a:buSzPts val="1400"/>
              <a:buFont typeface="Arial"/>
              <a:buChar char="•"/>
              <a:defRPr b="0" i="0" sz="1400" u="none" cap="none" strike="noStrike">
                <a:solidFill>
                  <a:srgbClr val="003057"/>
                </a:solidFill>
                <a:latin typeface="Roboto"/>
                <a:ea typeface="Roboto"/>
                <a:cs typeface="Roboto"/>
                <a:sym typeface="Roboto"/>
              </a:defRPr>
            </a:lvl3pPr>
            <a:lvl4pPr lvl="3" marR="0" algn="l">
              <a:lnSpc>
                <a:spcPct val="90000"/>
              </a:lnSpc>
              <a:spcBef>
                <a:spcPts val="400"/>
              </a:spcBef>
              <a:spcAft>
                <a:spcPts val="0"/>
              </a:spcAft>
              <a:buClr>
                <a:srgbClr val="003057"/>
              </a:buClr>
              <a:buSzPts val="1100"/>
              <a:buFont typeface="Arial"/>
              <a:buChar char="•"/>
              <a:defRPr b="0" i="0" sz="1100" u="none" cap="none" strike="noStrike">
                <a:solidFill>
                  <a:srgbClr val="003057"/>
                </a:solidFill>
                <a:latin typeface="Roboto"/>
                <a:ea typeface="Roboto"/>
                <a:cs typeface="Roboto"/>
                <a:sym typeface="Roboto"/>
              </a:defRPr>
            </a:lvl4pPr>
            <a:lvl5pPr lvl="4" marR="0" algn="l">
              <a:lnSpc>
                <a:spcPct val="90000"/>
              </a:lnSpc>
              <a:spcBef>
                <a:spcPts val="400"/>
              </a:spcBef>
              <a:spcAft>
                <a:spcPts val="0"/>
              </a:spcAft>
              <a:buClr>
                <a:srgbClr val="003057"/>
              </a:buClr>
              <a:buSzPts val="800"/>
              <a:buFont typeface="Arial"/>
              <a:buChar char="•"/>
              <a:defRPr b="0" i="0" sz="800" u="none" cap="none" strike="noStrike">
                <a:solidFill>
                  <a:srgbClr val="003057"/>
                </a:solidFill>
                <a:latin typeface="Roboto"/>
                <a:ea typeface="Roboto"/>
                <a:cs typeface="Roboto"/>
                <a:sym typeface="Roboto"/>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66" name="Google Shape;66;p15"/>
          <p:cNvSpPr txBox="1"/>
          <p:nvPr>
            <p:ph idx="1" type="body"/>
          </p:nvPr>
        </p:nvSpPr>
        <p:spPr>
          <a:xfrm>
            <a:off x="6087666" y="1076325"/>
            <a:ext cx="2770800" cy="25635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rgbClr val="003057"/>
              </a:buClr>
              <a:buSzPts val="1400"/>
              <a:buChar char="●"/>
              <a:defRPr/>
            </a:lvl1pPr>
            <a:lvl2pPr indent="-317500" lvl="1" marL="914400" algn="l">
              <a:lnSpc>
                <a:spcPct val="90000"/>
              </a:lnSpc>
              <a:spcBef>
                <a:spcPts val="1200"/>
              </a:spcBef>
              <a:spcAft>
                <a:spcPts val="0"/>
              </a:spcAft>
              <a:buClr>
                <a:srgbClr val="003057"/>
              </a:buClr>
              <a:buSzPts val="1400"/>
              <a:buChar char="○"/>
              <a:defRPr/>
            </a:lvl2pPr>
            <a:lvl3pPr indent="-317500" lvl="2" marL="1371600" algn="l">
              <a:lnSpc>
                <a:spcPct val="90000"/>
              </a:lnSpc>
              <a:spcBef>
                <a:spcPts val="1200"/>
              </a:spcBef>
              <a:spcAft>
                <a:spcPts val="0"/>
              </a:spcAft>
              <a:buClr>
                <a:srgbClr val="003057"/>
              </a:buClr>
              <a:buSzPts val="1400"/>
              <a:buChar char="■"/>
              <a:defRPr/>
            </a:lvl3pPr>
            <a:lvl4pPr indent="-317500" lvl="3" marL="1828800" algn="l">
              <a:lnSpc>
                <a:spcPct val="90000"/>
              </a:lnSpc>
              <a:spcBef>
                <a:spcPts val="1200"/>
              </a:spcBef>
              <a:spcAft>
                <a:spcPts val="0"/>
              </a:spcAft>
              <a:buClr>
                <a:srgbClr val="003057"/>
              </a:buClr>
              <a:buSzPts val="1400"/>
              <a:buChar char="●"/>
              <a:defRPr/>
            </a:lvl4pPr>
            <a:lvl5pPr indent="-317500" lvl="4" marL="2286000" algn="l">
              <a:lnSpc>
                <a:spcPct val="90000"/>
              </a:lnSpc>
              <a:spcBef>
                <a:spcPts val="1200"/>
              </a:spcBef>
              <a:spcAft>
                <a:spcPts val="0"/>
              </a:spcAft>
              <a:buClr>
                <a:srgbClr val="003057"/>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2 Ground Blue divider" showMasterSp="0">
  <p:cSld name="2022 Ground Blue divider">
    <p:bg>
      <p:bgPr>
        <a:blipFill>
          <a:blip r:embed="rId2">
            <a:alphaModFix/>
          </a:blip>
          <a:stretch>
            <a:fillRect/>
          </a:stretch>
        </a:blipFill>
      </p:bgPr>
    </p:bg>
    <p:spTree>
      <p:nvGrpSpPr>
        <p:cNvPr id="67" name="Shape 67"/>
        <p:cNvGrpSpPr/>
        <p:nvPr/>
      </p:nvGrpSpPr>
      <p:grpSpPr>
        <a:xfrm>
          <a:off x="0" y="0"/>
          <a:ext cx="0" cy="0"/>
          <a:chOff x="0" y="0"/>
          <a:chExt cx="0" cy="0"/>
        </a:xfrm>
      </p:grpSpPr>
      <p:pic>
        <p:nvPicPr>
          <p:cNvPr id="68" name="Google Shape;68;p16"/>
          <p:cNvPicPr preferRelativeResize="0"/>
          <p:nvPr/>
        </p:nvPicPr>
        <p:blipFill rotWithShape="1">
          <a:blip r:embed="rId3">
            <a:alphaModFix/>
          </a:blip>
          <a:srcRect b="0" l="0" r="0" t="0"/>
          <a:stretch/>
        </p:blipFill>
        <p:spPr>
          <a:xfrm>
            <a:off x="400050" y="4646463"/>
            <a:ext cx="258318" cy="258318"/>
          </a:xfrm>
          <a:prstGeom prst="rect">
            <a:avLst/>
          </a:prstGeom>
          <a:noFill/>
          <a:ln>
            <a:noFill/>
          </a:ln>
        </p:spPr>
      </p:pic>
      <p:sp>
        <p:nvSpPr>
          <p:cNvPr id="69" name="Google Shape;69;p16"/>
          <p:cNvSpPr txBox="1"/>
          <p:nvPr>
            <p:ph idx="12" type="sldNum"/>
          </p:nvPr>
        </p:nvSpPr>
        <p:spPr>
          <a:xfrm>
            <a:off x="6642690" y="4643828"/>
            <a:ext cx="2057400" cy="273900"/>
          </a:xfrm>
          <a:prstGeom prst="rect">
            <a:avLst/>
          </a:prstGeom>
          <a:noFill/>
          <a:ln>
            <a:noFill/>
          </a:ln>
        </p:spPr>
        <p:txBody>
          <a:bodyPr anchorCtr="0" anchor="t" bIns="0" lIns="0" spcFirstLastPara="1" rIns="0" wrap="square" tIns="0">
            <a:normAutofit/>
          </a:bodyPr>
          <a:lstStyle>
            <a:lvl1pPr indent="0" lvl="0" marL="0" algn="r">
              <a:spcBef>
                <a:spcPts val="0"/>
              </a:spcBef>
              <a:spcAft>
                <a:spcPts val="0"/>
              </a:spcAft>
              <a:buNone/>
              <a:defRPr b="0" i="0" sz="800" u="none" cap="none" strike="noStrike">
                <a:solidFill>
                  <a:schemeClr val="lt1"/>
                </a:solidFill>
                <a:latin typeface="Hind Light"/>
                <a:ea typeface="Hind Light"/>
                <a:cs typeface="Hind Light"/>
                <a:sym typeface="Hind Light"/>
              </a:defRPr>
            </a:lvl1pPr>
            <a:lvl2pPr indent="0" lvl="1" marL="0" algn="r">
              <a:spcBef>
                <a:spcPts val="0"/>
              </a:spcBef>
              <a:spcAft>
                <a:spcPts val="0"/>
              </a:spcAft>
              <a:buNone/>
              <a:defRPr b="0" i="0" sz="800" u="none" cap="none" strike="noStrike">
                <a:solidFill>
                  <a:schemeClr val="lt1"/>
                </a:solidFill>
                <a:latin typeface="Hind Light"/>
                <a:ea typeface="Hind Light"/>
                <a:cs typeface="Hind Light"/>
                <a:sym typeface="Hind Light"/>
              </a:defRPr>
            </a:lvl2pPr>
            <a:lvl3pPr indent="0" lvl="2" marL="0" algn="r">
              <a:spcBef>
                <a:spcPts val="0"/>
              </a:spcBef>
              <a:spcAft>
                <a:spcPts val="0"/>
              </a:spcAft>
              <a:buNone/>
              <a:defRPr b="0" i="0" sz="800" u="none" cap="none" strike="noStrike">
                <a:solidFill>
                  <a:schemeClr val="lt1"/>
                </a:solidFill>
                <a:latin typeface="Hind Light"/>
                <a:ea typeface="Hind Light"/>
                <a:cs typeface="Hind Light"/>
                <a:sym typeface="Hind Light"/>
              </a:defRPr>
            </a:lvl3pPr>
            <a:lvl4pPr indent="0" lvl="3" marL="0" algn="r">
              <a:spcBef>
                <a:spcPts val="0"/>
              </a:spcBef>
              <a:spcAft>
                <a:spcPts val="0"/>
              </a:spcAft>
              <a:buNone/>
              <a:defRPr b="0" i="0" sz="800" u="none" cap="none" strike="noStrike">
                <a:solidFill>
                  <a:schemeClr val="lt1"/>
                </a:solidFill>
                <a:latin typeface="Hind Light"/>
                <a:ea typeface="Hind Light"/>
                <a:cs typeface="Hind Light"/>
                <a:sym typeface="Hind Light"/>
              </a:defRPr>
            </a:lvl4pPr>
            <a:lvl5pPr indent="0" lvl="4" marL="0" algn="r">
              <a:spcBef>
                <a:spcPts val="0"/>
              </a:spcBef>
              <a:spcAft>
                <a:spcPts val="0"/>
              </a:spcAft>
              <a:buNone/>
              <a:defRPr b="0" i="0" sz="800" u="none" cap="none" strike="noStrike">
                <a:solidFill>
                  <a:schemeClr val="lt1"/>
                </a:solidFill>
                <a:latin typeface="Hind Light"/>
                <a:ea typeface="Hind Light"/>
                <a:cs typeface="Hind Light"/>
                <a:sym typeface="Hind Light"/>
              </a:defRPr>
            </a:lvl5pPr>
            <a:lvl6pPr indent="0" lvl="5" marL="0" algn="r">
              <a:spcBef>
                <a:spcPts val="0"/>
              </a:spcBef>
              <a:spcAft>
                <a:spcPts val="0"/>
              </a:spcAft>
              <a:buNone/>
              <a:defRPr b="0" i="0" sz="800" u="none" cap="none" strike="noStrike">
                <a:solidFill>
                  <a:schemeClr val="lt1"/>
                </a:solidFill>
                <a:latin typeface="Hind Light"/>
                <a:ea typeface="Hind Light"/>
                <a:cs typeface="Hind Light"/>
                <a:sym typeface="Hind Light"/>
              </a:defRPr>
            </a:lvl6pPr>
            <a:lvl7pPr indent="0" lvl="6" marL="0" algn="r">
              <a:spcBef>
                <a:spcPts val="0"/>
              </a:spcBef>
              <a:spcAft>
                <a:spcPts val="0"/>
              </a:spcAft>
              <a:buNone/>
              <a:defRPr b="0" i="0" sz="800" u="none" cap="none" strike="noStrike">
                <a:solidFill>
                  <a:schemeClr val="lt1"/>
                </a:solidFill>
                <a:latin typeface="Hind Light"/>
                <a:ea typeface="Hind Light"/>
                <a:cs typeface="Hind Light"/>
                <a:sym typeface="Hind Light"/>
              </a:defRPr>
            </a:lvl7pPr>
            <a:lvl8pPr indent="0" lvl="7" marL="0" algn="r">
              <a:spcBef>
                <a:spcPts val="0"/>
              </a:spcBef>
              <a:spcAft>
                <a:spcPts val="0"/>
              </a:spcAft>
              <a:buNone/>
              <a:defRPr b="0" i="0" sz="800" u="none" cap="none" strike="noStrike">
                <a:solidFill>
                  <a:schemeClr val="lt1"/>
                </a:solidFill>
                <a:latin typeface="Hind Light"/>
                <a:ea typeface="Hind Light"/>
                <a:cs typeface="Hind Light"/>
                <a:sym typeface="Hind Light"/>
              </a:defRPr>
            </a:lvl8pPr>
            <a:lvl9pPr indent="0" lvl="8" marL="0" algn="r">
              <a:spcBef>
                <a:spcPts val="0"/>
              </a:spcBef>
              <a:spcAft>
                <a:spcPts val="0"/>
              </a:spcAft>
              <a:buNone/>
              <a:defRPr b="0" i="0" sz="800" u="none" cap="none" strike="noStrike">
                <a:solidFill>
                  <a:schemeClr val="lt1"/>
                </a:solidFill>
                <a:latin typeface="Hind Light"/>
                <a:ea typeface="Hind Light"/>
                <a:cs typeface="Hind Light"/>
                <a:sym typeface="Hind Light"/>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6"/>
          <p:cNvSpPr txBox="1"/>
          <p:nvPr>
            <p:ph idx="1" type="subTitle"/>
          </p:nvPr>
        </p:nvSpPr>
        <p:spPr>
          <a:xfrm>
            <a:off x="405000" y="3209339"/>
            <a:ext cx="4286700" cy="325500"/>
          </a:xfrm>
          <a:prstGeom prst="rect">
            <a:avLst/>
          </a:prstGeom>
          <a:noFill/>
          <a:ln>
            <a:noFill/>
          </a:ln>
        </p:spPr>
        <p:txBody>
          <a:bodyPr anchorCtr="0" anchor="t" bIns="34275" lIns="68575" spcFirstLastPara="1" rIns="68575" wrap="square" tIns="34275">
            <a:spAutoFit/>
          </a:bodyPr>
          <a:lstStyle>
            <a:lvl1pPr lvl="0" algn="l">
              <a:lnSpc>
                <a:spcPct val="106000"/>
              </a:lnSpc>
              <a:spcBef>
                <a:spcPts val="0"/>
              </a:spcBef>
              <a:spcAft>
                <a:spcPts val="0"/>
              </a:spcAft>
              <a:buSzPts val="1800"/>
              <a:buNone/>
              <a:defRPr b="0" i="0" sz="1800">
                <a:solidFill>
                  <a:srgbClr val="EEF2EC"/>
                </a:solidFill>
                <a:latin typeface="Hind Light"/>
                <a:ea typeface="Hind Light"/>
                <a:cs typeface="Hind Light"/>
                <a:sym typeface="Hind Light"/>
              </a:defRPr>
            </a:lvl1pPr>
            <a:lvl2pPr lvl="1" algn="l">
              <a:lnSpc>
                <a:spcPct val="113000"/>
              </a:lnSpc>
              <a:spcBef>
                <a:spcPts val="0"/>
              </a:spcBef>
              <a:spcAft>
                <a:spcPts val="0"/>
              </a:spcAft>
              <a:buClr>
                <a:schemeClr val="dk1"/>
              </a:buClr>
              <a:buSzPts val="1400"/>
              <a:buChar char="○"/>
              <a:defRPr/>
            </a:lvl2pPr>
            <a:lvl3pPr lvl="2" algn="l">
              <a:lnSpc>
                <a:spcPct val="113000"/>
              </a:lnSpc>
              <a:spcBef>
                <a:spcPts val="0"/>
              </a:spcBef>
              <a:spcAft>
                <a:spcPts val="0"/>
              </a:spcAft>
              <a:buClr>
                <a:schemeClr val="dk1"/>
              </a:buClr>
              <a:buSzPts val="1400"/>
              <a:buChar char="■"/>
              <a:defRPr/>
            </a:lvl3pPr>
            <a:lvl4pPr lvl="3" algn="l">
              <a:lnSpc>
                <a:spcPct val="113000"/>
              </a:lnSpc>
              <a:spcBef>
                <a:spcPts val="0"/>
              </a:spcBef>
              <a:spcAft>
                <a:spcPts val="0"/>
              </a:spcAft>
              <a:buClr>
                <a:schemeClr val="dk1"/>
              </a:buClr>
              <a:buSzPts val="1400"/>
              <a:buChar char="●"/>
              <a:defRPr/>
            </a:lvl4pPr>
            <a:lvl5pPr lvl="4" algn="l">
              <a:lnSpc>
                <a:spcPct val="112000"/>
              </a:lnSpc>
              <a:spcBef>
                <a:spcPts val="0"/>
              </a:spcBef>
              <a:spcAft>
                <a:spcPts val="0"/>
              </a:spcAft>
              <a:buClr>
                <a:schemeClr val="dk1"/>
              </a:buClr>
              <a:buSzPts val="1400"/>
              <a:buChar char="○"/>
              <a:defRPr/>
            </a:lvl5pPr>
            <a:lvl6pPr lvl="5" algn="l">
              <a:lnSpc>
                <a:spcPct val="112000"/>
              </a:lnSpc>
              <a:spcBef>
                <a:spcPts val="0"/>
              </a:spcBef>
              <a:spcAft>
                <a:spcPts val="0"/>
              </a:spcAft>
              <a:buClr>
                <a:schemeClr val="dk1"/>
              </a:buClr>
              <a:buSzPts val="1400"/>
              <a:buChar char="■"/>
              <a:defRPr/>
            </a:lvl6pPr>
            <a:lvl7pPr lvl="6" algn="l">
              <a:lnSpc>
                <a:spcPct val="112000"/>
              </a:lnSpc>
              <a:spcBef>
                <a:spcPts val="1200"/>
              </a:spcBef>
              <a:spcAft>
                <a:spcPts val="0"/>
              </a:spcAft>
              <a:buClr>
                <a:schemeClr val="dk1"/>
              </a:buClr>
              <a:buSzPts val="1400"/>
              <a:buChar char="●"/>
              <a:defRPr/>
            </a:lvl7pPr>
            <a:lvl8pPr lvl="7" algn="l">
              <a:lnSpc>
                <a:spcPct val="90000"/>
              </a:lnSpc>
              <a:spcBef>
                <a:spcPts val="1200"/>
              </a:spcBef>
              <a:spcAft>
                <a:spcPts val="0"/>
              </a:spcAft>
              <a:buClr>
                <a:schemeClr val="dk1"/>
              </a:buClr>
              <a:buSzPts val="1400"/>
              <a:buChar char="○"/>
              <a:defRPr/>
            </a:lvl8pPr>
            <a:lvl9pPr lvl="8" algn="l">
              <a:lnSpc>
                <a:spcPct val="90000"/>
              </a:lnSpc>
              <a:spcBef>
                <a:spcPts val="1200"/>
              </a:spcBef>
              <a:spcAft>
                <a:spcPts val="1200"/>
              </a:spcAft>
              <a:buClr>
                <a:schemeClr val="dk1"/>
              </a:buClr>
              <a:buSzPts val="1400"/>
              <a:buChar char="■"/>
              <a:defRPr/>
            </a:lvl9pPr>
          </a:lstStyle>
          <a:p/>
        </p:txBody>
      </p:sp>
      <p:sp>
        <p:nvSpPr>
          <p:cNvPr id="71" name="Google Shape;71;p16"/>
          <p:cNvSpPr txBox="1"/>
          <p:nvPr>
            <p:ph type="ctrTitle"/>
          </p:nvPr>
        </p:nvSpPr>
        <p:spPr>
          <a:xfrm>
            <a:off x="405000" y="1845944"/>
            <a:ext cx="8346000" cy="576300"/>
          </a:xfrm>
          <a:prstGeom prst="rect">
            <a:avLst/>
          </a:prstGeom>
          <a:noFill/>
          <a:ln>
            <a:noFill/>
          </a:ln>
        </p:spPr>
        <p:txBody>
          <a:bodyPr anchorCtr="0" anchor="t" bIns="0" lIns="68575" spcFirstLastPara="1" rIns="68575" wrap="square" tIns="0">
            <a:noAutofit/>
          </a:bodyPr>
          <a:lstStyle>
            <a:lvl1pPr lvl="0" algn="l">
              <a:lnSpc>
                <a:spcPct val="104000"/>
              </a:lnSpc>
              <a:spcBef>
                <a:spcPts val="0"/>
              </a:spcBef>
              <a:spcAft>
                <a:spcPts val="0"/>
              </a:spcAft>
              <a:buSzPts val="2800"/>
              <a:buNone/>
              <a:defRPr sz="3600">
                <a:solidFill>
                  <a:srgbClr val="EEF2EC"/>
                </a:solidFill>
              </a:defRPr>
            </a:lvl1pPr>
            <a:lvl2pPr lvl="1" algn="l">
              <a:lnSpc>
                <a:spcPct val="106000"/>
              </a:lnSpc>
              <a:spcBef>
                <a:spcPts val="0"/>
              </a:spcBef>
              <a:spcAft>
                <a:spcPts val="0"/>
              </a:spcAft>
              <a:buSzPts val="2800"/>
              <a:buNone/>
              <a:defRPr/>
            </a:lvl2pPr>
            <a:lvl3pPr lvl="2" algn="l">
              <a:lnSpc>
                <a:spcPct val="106000"/>
              </a:lnSpc>
              <a:spcBef>
                <a:spcPts val="0"/>
              </a:spcBef>
              <a:spcAft>
                <a:spcPts val="0"/>
              </a:spcAft>
              <a:buSzPts val="2800"/>
              <a:buNone/>
              <a:defRPr/>
            </a:lvl3pPr>
            <a:lvl4pPr lvl="3" algn="l">
              <a:lnSpc>
                <a:spcPct val="106000"/>
              </a:lnSpc>
              <a:spcBef>
                <a:spcPts val="0"/>
              </a:spcBef>
              <a:spcAft>
                <a:spcPts val="0"/>
              </a:spcAft>
              <a:buSzPts val="2800"/>
              <a:buNone/>
              <a:defRPr/>
            </a:lvl4pPr>
            <a:lvl5pPr lvl="4" algn="l">
              <a:lnSpc>
                <a:spcPct val="106000"/>
              </a:lnSpc>
              <a:spcBef>
                <a:spcPts val="0"/>
              </a:spcBef>
              <a:spcAft>
                <a:spcPts val="0"/>
              </a:spcAft>
              <a:buSzPts val="2800"/>
              <a:buNone/>
              <a:defRPr/>
            </a:lvl5pPr>
            <a:lvl6pPr lvl="5" algn="l">
              <a:lnSpc>
                <a:spcPct val="106000"/>
              </a:lnSpc>
              <a:spcBef>
                <a:spcPts val="0"/>
              </a:spcBef>
              <a:spcAft>
                <a:spcPts val="0"/>
              </a:spcAft>
              <a:buSzPts val="2800"/>
              <a:buNone/>
              <a:defRPr/>
            </a:lvl6pPr>
            <a:lvl7pPr lvl="6" algn="l">
              <a:lnSpc>
                <a:spcPct val="106000"/>
              </a:lnSpc>
              <a:spcBef>
                <a:spcPts val="0"/>
              </a:spcBef>
              <a:spcAft>
                <a:spcPts val="0"/>
              </a:spcAft>
              <a:buSzPts val="2800"/>
              <a:buNone/>
              <a:defRPr/>
            </a:lvl7pPr>
            <a:lvl8pPr lvl="7" algn="l">
              <a:lnSpc>
                <a:spcPct val="106000"/>
              </a:lnSpc>
              <a:spcBef>
                <a:spcPts val="0"/>
              </a:spcBef>
              <a:spcAft>
                <a:spcPts val="0"/>
              </a:spcAft>
              <a:buSzPts val="2800"/>
              <a:buNone/>
              <a:defRPr/>
            </a:lvl8pPr>
            <a:lvl9pPr lvl="8" algn="l">
              <a:lnSpc>
                <a:spcPct val="106000"/>
              </a:lnSpc>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2 Title and Content">
  <p:cSld name="2022 Title and Content">
    <p:spTree>
      <p:nvGrpSpPr>
        <p:cNvPr id="72" name="Shape 72"/>
        <p:cNvGrpSpPr/>
        <p:nvPr/>
      </p:nvGrpSpPr>
      <p:grpSpPr>
        <a:xfrm>
          <a:off x="0" y="0"/>
          <a:ext cx="0" cy="0"/>
          <a:chOff x="0" y="0"/>
          <a:chExt cx="0" cy="0"/>
        </a:xfrm>
      </p:grpSpPr>
      <p:pic>
        <p:nvPicPr>
          <p:cNvPr id="73" name="Google Shape;73;p17"/>
          <p:cNvPicPr preferRelativeResize="0"/>
          <p:nvPr/>
        </p:nvPicPr>
        <p:blipFill rotWithShape="1">
          <a:blip r:embed="rId2">
            <a:alphaModFix/>
          </a:blip>
          <a:srcRect b="0" l="0" r="0" t="0"/>
          <a:stretch/>
        </p:blipFill>
        <p:spPr>
          <a:xfrm>
            <a:off x="401376" y="4643828"/>
            <a:ext cx="258318" cy="258318"/>
          </a:xfrm>
          <a:prstGeom prst="rect">
            <a:avLst/>
          </a:prstGeom>
          <a:noFill/>
          <a:ln>
            <a:noFill/>
          </a:ln>
        </p:spPr>
      </p:pic>
      <p:sp>
        <p:nvSpPr>
          <p:cNvPr id="74" name="Google Shape;74;p17"/>
          <p:cNvSpPr txBox="1"/>
          <p:nvPr>
            <p:ph idx="12" type="sldNum"/>
          </p:nvPr>
        </p:nvSpPr>
        <p:spPr>
          <a:xfrm>
            <a:off x="6642690" y="4643828"/>
            <a:ext cx="2057400" cy="273900"/>
          </a:xfrm>
          <a:prstGeom prst="rect">
            <a:avLst/>
          </a:prstGeom>
          <a:noFill/>
          <a:ln>
            <a:noFill/>
          </a:ln>
        </p:spPr>
        <p:txBody>
          <a:bodyPr anchorCtr="0" anchor="t" bIns="0" lIns="0" spcFirstLastPara="1" rIns="0" wrap="square" tIns="0">
            <a:normAutofit/>
          </a:bodyPr>
          <a:lstStyle>
            <a:lvl1pPr indent="0" lvl="0" marL="0" algn="r">
              <a:spcBef>
                <a:spcPts val="0"/>
              </a:spcBef>
              <a:spcAft>
                <a:spcPts val="0"/>
              </a:spcAft>
              <a:buNone/>
              <a:defRPr b="0" i="0" sz="800" u="none" cap="none" strike="noStrike">
                <a:solidFill>
                  <a:schemeClr val="dk1"/>
                </a:solidFill>
                <a:latin typeface="Hind Light"/>
                <a:ea typeface="Hind Light"/>
                <a:cs typeface="Hind Light"/>
                <a:sym typeface="Hind Light"/>
              </a:defRPr>
            </a:lvl1pPr>
            <a:lvl2pPr indent="0" lvl="1" marL="0" algn="r">
              <a:spcBef>
                <a:spcPts val="0"/>
              </a:spcBef>
              <a:spcAft>
                <a:spcPts val="0"/>
              </a:spcAft>
              <a:buNone/>
              <a:defRPr b="0" i="0" sz="800" u="none" cap="none" strike="noStrike">
                <a:solidFill>
                  <a:schemeClr val="dk1"/>
                </a:solidFill>
                <a:latin typeface="Hind Light"/>
                <a:ea typeface="Hind Light"/>
                <a:cs typeface="Hind Light"/>
                <a:sym typeface="Hind Light"/>
              </a:defRPr>
            </a:lvl2pPr>
            <a:lvl3pPr indent="0" lvl="2" marL="0" algn="r">
              <a:spcBef>
                <a:spcPts val="0"/>
              </a:spcBef>
              <a:spcAft>
                <a:spcPts val="0"/>
              </a:spcAft>
              <a:buNone/>
              <a:defRPr b="0" i="0" sz="800" u="none" cap="none" strike="noStrike">
                <a:solidFill>
                  <a:schemeClr val="dk1"/>
                </a:solidFill>
                <a:latin typeface="Hind Light"/>
                <a:ea typeface="Hind Light"/>
                <a:cs typeface="Hind Light"/>
                <a:sym typeface="Hind Light"/>
              </a:defRPr>
            </a:lvl3pPr>
            <a:lvl4pPr indent="0" lvl="3" marL="0" algn="r">
              <a:spcBef>
                <a:spcPts val="0"/>
              </a:spcBef>
              <a:spcAft>
                <a:spcPts val="0"/>
              </a:spcAft>
              <a:buNone/>
              <a:defRPr b="0" i="0" sz="800" u="none" cap="none" strike="noStrike">
                <a:solidFill>
                  <a:schemeClr val="dk1"/>
                </a:solidFill>
                <a:latin typeface="Hind Light"/>
                <a:ea typeface="Hind Light"/>
                <a:cs typeface="Hind Light"/>
                <a:sym typeface="Hind Light"/>
              </a:defRPr>
            </a:lvl4pPr>
            <a:lvl5pPr indent="0" lvl="4" marL="0" algn="r">
              <a:spcBef>
                <a:spcPts val="0"/>
              </a:spcBef>
              <a:spcAft>
                <a:spcPts val="0"/>
              </a:spcAft>
              <a:buNone/>
              <a:defRPr b="0" i="0" sz="800" u="none" cap="none" strike="noStrike">
                <a:solidFill>
                  <a:schemeClr val="dk1"/>
                </a:solidFill>
                <a:latin typeface="Hind Light"/>
                <a:ea typeface="Hind Light"/>
                <a:cs typeface="Hind Light"/>
                <a:sym typeface="Hind Light"/>
              </a:defRPr>
            </a:lvl5pPr>
            <a:lvl6pPr indent="0" lvl="5" marL="0" algn="r">
              <a:spcBef>
                <a:spcPts val="0"/>
              </a:spcBef>
              <a:spcAft>
                <a:spcPts val="0"/>
              </a:spcAft>
              <a:buNone/>
              <a:defRPr b="0" i="0" sz="800" u="none" cap="none" strike="noStrike">
                <a:solidFill>
                  <a:schemeClr val="dk1"/>
                </a:solidFill>
                <a:latin typeface="Hind Light"/>
                <a:ea typeface="Hind Light"/>
                <a:cs typeface="Hind Light"/>
                <a:sym typeface="Hind Light"/>
              </a:defRPr>
            </a:lvl6pPr>
            <a:lvl7pPr indent="0" lvl="6" marL="0" algn="r">
              <a:spcBef>
                <a:spcPts val="0"/>
              </a:spcBef>
              <a:spcAft>
                <a:spcPts val="0"/>
              </a:spcAft>
              <a:buNone/>
              <a:defRPr b="0" i="0" sz="800" u="none" cap="none" strike="noStrike">
                <a:solidFill>
                  <a:schemeClr val="dk1"/>
                </a:solidFill>
                <a:latin typeface="Hind Light"/>
                <a:ea typeface="Hind Light"/>
                <a:cs typeface="Hind Light"/>
                <a:sym typeface="Hind Light"/>
              </a:defRPr>
            </a:lvl7pPr>
            <a:lvl8pPr indent="0" lvl="7" marL="0" algn="r">
              <a:spcBef>
                <a:spcPts val="0"/>
              </a:spcBef>
              <a:spcAft>
                <a:spcPts val="0"/>
              </a:spcAft>
              <a:buNone/>
              <a:defRPr b="0" i="0" sz="800" u="none" cap="none" strike="noStrike">
                <a:solidFill>
                  <a:schemeClr val="dk1"/>
                </a:solidFill>
                <a:latin typeface="Hind Light"/>
                <a:ea typeface="Hind Light"/>
                <a:cs typeface="Hind Light"/>
                <a:sym typeface="Hind Light"/>
              </a:defRPr>
            </a:lvl8pPr>
            <a:lvl9pPr indent="0" lvl="8" marL="0" algn="r">
              <a:spcBef>
                <a:spcPts val="0"/>
              </a:spcBef>
              <a:spcAft>
                <a:spcPts val="0"/>
              </a:spcAft>
              <a:buNone/>
              <a:defRPr b="0" i="0" sz="800" u="none" cap="none" strike="noStrike">
                <a:solidFill>
                  <a:schemeClr val="dk1"/>
                </a:solidFill>
                <a:latin typeface="Hind Light"/>
                <a:ea typeface="Hind Light"/>
                <a:cs typeface="Hind Light"/>
                <a:sym typeface="Hind Light"/>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1" type="body"/>
          </p:nvPr>
        </p:nvSpPr>
        <p:spPr>
          <a:xfrm>
            <a:off x="408099" y="1042035"/>
            <a:ext cx="8336700" cy="3338400"/>
          </a:xfrm>
          <a:prstGeom prst="rect">
            <a:avLst/>
          </a:prstGeom>
          <a:noFill/>
          <a:ln>
            <a:noFill/>
          </a:ln>
        </p:spPr>
        <p:txBody>
          <a:bodyPr anchorCtr="0" anchor="t" bIns="34275" lIns="68575" spcFirstLastPara="1" rIns="68575" wrap="square" tIns="34275">
            <a:normAutofit/>
          </a:bodyPr>
          <a:lstStyle>
            <a:lvl1pPr indent="-228600" lvl="0" marL="457200" algn="l">
              <a:lnSpc>
                <a:spcPct val="106000"/>
              </a:lnSpc>
              <a:spcBef>
                <a:spcPts val="0"/>
              </a:spcBef>
              <a:spcAft>
                <a:spcPts val="0"/>
              </a:spcAft>
              <a:buSzPts val="1800"/>
              <a:buNone/>
              <a:defRPr/>
            </a:lvl1pPr>
            <a:lvl2pPr indent="-317500" lvl="1" marL="914400" algn="l">
              <a:lnSpc>
                <a:spcPct val="113000"/>
              </a:lnSpc>
              <a:spcBef>
                <a:spcPts val="0"/>
              </a:spcBef>
              <a:spcAft>
                <a:spcPts val="0"/>
              </a:spcAft>
              <a:buClr>
                <a:schemeClr val="dk1"/>
              </a:buClr>
              <a:buSzPts val="1400"/>
              <a:buChar char="○"/>
              <a:defRPr/>
            </a:lvl2pPr>
            <a:lvl3pPr indent="-317500" lvl="2" marL="1371600" algn="l">
              <a:lnSpc>
                <a:spcPct val="113000"/>
              </a:lnSpc>
              <a:spcBef>
                <a:spcPts val="0"/>
              </a:spcBef>
              <a:spcAft>
                <a:spcPts val="0"/>
              </a:spcAft>
              <a:buClr>
                <a:schemeClr val="dk1"/>
              </a:buClr>
              <a:buSzPts val="1400"/>
              <a:buChar char="■"/>
              <a:defRPr/>
            </a:lvl3pPr>
            <a:lvl4pPr indent="-317500" lvl="3" marL="1828800" algn="l">
              <a:lnSpc>
                <a:spcPct val="113000"/>
              </a:lnSpc>
              <a:spcBef>
                <a:spcPts val="0"/>
              </a:spcBef>
              <a:spcAft>
                <a:spcPts val="0"/>
              </a:spcAft>
              <a:buClr>
                <a:schemeClr val="dk1"/>
              </a:buClr>
              <a:buSzPts val="1400"/>
              <a:buChar char="●"/>
              <a:defRPr/>
            </a:lvl4pPr>
            <a:lvl5pPr indent="-317500" lvl="4" marL="2286000" algn="l">
              <a:lnSpc>
                <a:spcPct val="112000"/>
              </a:lnSpc>
              <a:spcBef>
                <a:spcPts val="0"/>
              </a:spcBef>
              <a:spcAft>
                <a:spcPts val="0"/>
              </a:spcAft>
              <a:buClr>
                <a:schemeClr val="dk1"/>
              </a:buClr>
              <a:buSzPts val="1400"/>
              <a:buChar char="○"/>
              <a:defRPr/>
            </a:lvl5pPr>
            <a:lvl6pPr indent="-317500" lvl="5" marL="2743200" algn="l">
              <a:lnSpc>
                <a:spcPct val="112000"/>
              </a:lnSpc>
              <a:spcBef>
                <a:spcPts val="0"/>
              </a:spcBef>
              <a:spcAft>
                <a:spcPts val="0"/>
              </a:spcAft>
              <a:buClr>
                <a:schemeClr val="dk1"/>
              </a:buClr>
              <a:buSzPts val="1400"/>
              <a:buChar char="■"/>
              <a:defRPr/>
            </a:lvl6pPr>
            <a:lvl7pPr indent="-317500" lvl="6" marL="3200400" algn="l">
              <a:lnSpc>
                <a:spcPct val="112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76" name="Google Shape;76;p17"/>
          <p:cNvSpPr txBox="1"/>
          <p:nvPr>
            <p:ph type="title"/>
          </p:nvPr>
        </p:nvSpPr>
        <p:spPr>
          <a:xfrm>
            <a:off x="406004" y="425054"/>
            <a:ext cx="8332200" cy="422400"/>
          </a:xfrm>
          <a:prstGeom prst="rect">
            <a:avLst/>
          </a:prstGeom>
          <a:noFill/>
          <a:ln>
            <a:noFill/>
          </a:ln>
        </p:spPr>
        <p:txBody>
          <a:bodyPr anchorCtr="0" anchor="t" bIns="0" lIns="0" spcFirstLastPara="1" rIns="0" wrap="square" tIns="0">
            <a:noAutofit/>
          </a:bodyPr>
          <a:lstStyle>
            <a:lvl1pPr lvl="0" algn="l">
              <a:lnSpc>
                <a:spcPct val="106000"/>
              </a:lnSpc>
              <a:spcBef>
                <a:spcPts val="0"/>
              </a:spcBef>
              <a:spcAft>
                <a:spcPts val="0"/>
              </a:spcAft>
              <a:buSzPts val="2800"/>
              <a:buNone/>
              <a:defRPr/>
            </a:lvl1pPr>
            <a:lvl2pPr lvl="1" algn="l">
              <a:lnSpc>
                <a:spcPct val="106000"/>
              </a:lnSpc>
              <a:spcBef>
                <a:spcPts val="0"/>
              </a:spcBef>
              <a:spcAft>
                <a:spcPts val="0"/>
              </a:spcAft>
              <a:buSzPts val="2800"/>
              <a:buNone/>
              <a:defRPr/>
            </a:lvl2pPr>
            <a:lvl3pPr lvl="2" algn="l">
              <a:lnSpc>
                <a:spcPct val="106000"/>
              </a:lnSpc>
              <a:spcBef>
                <a:spcPts val="0"/>
              </a:spcBef>
              <a:spcAft>
                <a:spcPts val="0"/>
              </a:spcAft>
              <a:buSzPts val="2800"/>
              <a:buNone/>
              <a:defRPr/>
            </a:lvl3pPr>
            <a:lvl4pPr lvl="3" algn="l">
              <a:lnSpc>
                <a:spcPct val="106000"/>
              </a:lnSpc>
              <a:spcBef>
                <a:spcPts val="0"/>
              </a:spcBef>
              <a:spcAft>
                <a:spcPts val="0"/>
              </a:spcAft>
              <a:buSzPts val="2800"/>
              <a:buNone/>
              <a:defRPr/>
            </a:lvl4pPr>
            <a:lvl5pPr lvl="4" algn="l">
              <a:lnSpc>
                <a:spcPct val="106000"/>
              </a:lnSpc>
              <a:spcBef>
                <a:spcPts val="0"/>
              </a:spcBef>
              <a:spcAft>
                <a:spcPts val="0"/>
              </a:spcAft>
              <a:buSzPts val="2800"/>
              <a:buNone/>
              <a:defRPr/>
            </a:lvl5pPr>
            <a:lvl6pPr lvl="5" algn="l">
              <a:lnSpc>
                <a:spcPct val="106000"/>
              </a:lnSpc>
              <a:spcBef>
                <a:spcPts val="0"/>
              </a:spcBef>
              <a:spcAft>
                <a:spcPts val="0"/>
              </a:spcAft>
              <a:buSzPts val="2800"/>
              <a:buNone/>
              <a:defRPr/>
            </a:lvl6pPr>
            <a:lvl7pPr lvl="6" algn="l">
              <a:lnSpc>
                <a:spcPct val="106000"/>
              </a:lnSpc>
              <a:spcBef>
                <a:spcPts val="0"/>
              </a:spcBef>
              <a:spcAft>
                <a:spcPts val="0"/>
              </a:spcAft>
              <a:buSzPts val="2800"/>
              <a:buNone/>
              <a:defRPr/>
            </a:lvl7pPr>
            <a:lvl8pPr lvl="7" algn="l">
              <a:lnSpc>
                <a:spcPct val="106000"/>
              </a:lnSpc>
              <a:spcBef>
                <a:spcPts val="0"/>
              </a:spcBef>
              <a:spcAft>
                <a:spcPts val="0"/>
              </a:spcAft>
              <a:buSzPts val="2800"/>
              <a:buNone/>
              <a:defRPr/>
            </a:lvl8pPr>
            <a:lvl9pPr lvl="8" algn="l">
              <a:lnSpc>
                <a:spcPct val="106000"/>
              </a:lnSpc>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2 Ground Green divider" showMasterSp="0">
  <p:cSld name="2022 Ground Green divider">
    <p:bg>
      <p:bgPr>
        <a:blipFill>
          <a:blip r:embed="rId2">
            <a:alphaModFix/>
          </a:blip>
          <a:stretch>
            <a:fillRect/>
          </a:stretch>
        </a:blipFill>
      </p:bgPr>
    </p:bg>
    <p:spTree>
      <p:nvGrpSpPr>
        <p:cNvPr id="77" name="Shape 77"/>
        <p:cNvGrpSpPr/>
        <p:nvPr/>
      </p:nvGrpSpPr>
      <p:grpSpPr>
        <a:xfrm>
          <a:off x="0" y="0"/>
          <a:ext cx="0" cy="0"/>
          <a:chOff x="0" y="0"/>
          <a:chExt cx="0" cy="0"/>
        </a:xfrm>
      </p:grpSpPr>
      <p:pic>
        <p:nvPicPr>
          <p:cNvPr id="78" name="Google Shape;78;p18"/>
          <p:cNvPicPr preferRelativeResize="0"/>
          <p:nvPr/>
        </p:nvPicPr>
        <p:blipFill rotWithShape="1">
          <a:blip r:embed="rId3">
            <a:alphaModFix/>
          </a:blip>
          <a:srcRect b="0" l="0" r="0" t="0"/>
          <a:stretch/>
        </p:blipFill>
        <p:spPr>
          <a:xfrm>
            <a:off x="400050" y="4646463"/>
            <a:ext cx="258318" cy="258318"/>
          </a:xfrm>
          <a:prstGeom prst="rect">
            <a:avLst/>
          </a:prstGeom>
          <a:noFill/>
          <a:ln>
            <a:noFill/>
          </a:ln>
        </p:spPr>
      </p:pic>
      <p:sp>
        <p:nvSpPr>
          <p:cNvPr id="79" name="Google Shape;79;p18"/>
          <p:cNvSpPr txBox="1"/>
          <p:nvPr>
            <p:ph idx="12" type="sldNum"/>
          </p:nvPr>
        </p:nvSpPr>
        <p:spPr>
          <a:xfrm>
            <a:off x="6642690" y="4643828"/>
            <a:ext cx="2057400" cy="273900"/>
          </a:xfrm>
          <a:prstGeom prst="rect">
            <a:avLst/>
          </a:prstGeom>
          <a:noFill/>
          <a:ln>
            <a:noFill/>
          </a:ln>
        </p:spPr>
        <p:txBody>
          <a:bodyPr anchorCtr="0" anchor="t" bIns="0" lIns="0" spcFirstLastPara="1" rIns="0" wrap="square" tIns="0">
            <a:normAutofit/>
          </a:bodyPr>
          <a:lstStyle>
            <a:lvl1pPr indent="0" lvl="0" marL="0" algn="r">
              <a:spcBef>
                <a:spcPts val="0"/>
              </a:spcBef>
              <a:spcAft>
                <a:spcPts val="0"/>
              </a:spcAft>
              <a:buNone/>
              <a:defRPr sz="800">
                <a:solidFill>
                  <a:schemeClr val="lt1"/>
                </a:solidFill>
                <a:latin typeface="Hind Light"/>
                <a:ea typeface="Hind Light"/>
                <a:cs typeface="Hind Light"/>
                <a:sym typeface="Hind Light"/>
              </a:defRPr>
            </a:lvl1pPr>
            <a:lvl2pPr indent="0" lvl="1" marL="0" algn="r">
              <a:spcBef>
                <a:spcPts val="0"/>
              </a:spcBef>
              <a:spcAft>
                <a:spcPts val="0"/>
              </a:spcAft>
              <a:buNone/>
              <a:defRPr sz="800">
                <a:solidFill>
                  <a:schemeClr val="lt1"/>
                </a:solidFill>
                <a:latin typeface="Hind Light"/>
                <a:ea typeface="Hind Light"/>
                <a:cs typeface="Hind Light"/>
                <a:sym typeface="Hind Light"/>
              </a:defRPr>
            </a:lvl2pPr>
            <a:lvl3pPr indent="0" lvl="2" marL="0" algn="r">
              <a:spcBef>
                <a:spcPts val="0"/>
              </a:spcBef>
              <a:spcAft>
                <a:spcPts val="0"/>
              </a:spcAft>
              <a:buNone/>
              <a:defRPr sz="800">
                <a:solidFill>
                  <a:schemeClr val="lt1"/>
                </a:solidFill>
                <a:latin typeface="Hind Light"/>
                <a:ea typeface="Hind Light"/>
                <a:cs typeface="Hind Light"/>
                <a:sym typeface="Hind Light"/>
              </a:defRPr>
            </a:lvl3pPr>
            <a:lvl4pPr indent="0" lvl="3" marL="0" algn="r">
              <a:spcBef>
                <a:spcPts val="0"/>
              </a:spcBef>
              <a:spcAft>
                <a:spcPts val="0"/>
              </a:spcAft>
              <a:buNone/>
              <a:defRPr sz="800">
                <a:solidFill>
                  <a:schemeClr val="lt1"/>
                </a:solidFill>
                <a:latin typeface="Hind Light"/>
                <a:ea typeface="Hind Light"/>
                <a:cs typeface="Hind Light"/>
                <a:sym typeface="Hind Light"/>
              </a:defRPr>
            </a:lvl4pPr>
            <a:lvl5pPr indent="0" lvl="4" marL="0" algn="r">
              <a:spcBef>
                <a:spcPts val="0"/>
              </a:spcBef>
              <a:spcAft>
                <a:spcPts val="0"/>
              </a:spcAft>
              <a:buNone/>
              <a:defRPr sz="800">
                <a:solidFill>
                  <a:schemeClr val="lt1"/>
                </a:solidFill>
                <a:latin typeface="Hind Light"/>
                <a:ea typeface="Hind Light"/>
                <a:cs typeface="Hind Light"/>
                <a:sym typeface="Hind Light"/>
              </a:defRPr>
            </a:lvl5pPr>
            <a:lvl6pPr indent="0" lvl="5" marL="0" algn="r">
              <a:spcBef>
                <a:spcPts val="0"/>
              </a:spcBef>
              <a:spcAft>
                <a:spcPts val="0"/>
              </a:spcAft>
              <a:buNone/>
              <a:defRPr sz="800">
                <a:solidFill>
                  <a:schemeClr val="lt1"/>
                </a:solidFill>
                <a:latin typeface="Hind Light"/>
                <a:ea typeface="Hind Light"/>
                <a:cs typeface="Hind Light"/>
                <a:sym typeface="Hind Light"/>
              </a:defRPr>
            </a:lvl6pPr>
            <a:lvl7pPr indent="0" lvl="6" marL="0" algn="r">
              <a:spcBef>
                <a:spcPts val="0"/>
              </a:spcBef>
              <a:spcAft>
                <a:spcPts val="0"/>
              </a:spcAft>
              <a:buNone/>
              <a:defRPr sz="800">
                <a:solidFill>
                  <a:schemeClr val="lt1"/>
                </a:solidFill>
                <a:latin typeface="Hind Light"/>
                <a:ea typeface="Hind Light"/>
                <a:cs typeface="Hind Light"/>
                <a:sym typeface="Hind Light"/>
              </a:defRPr>
            </a:lvl7pPr>
            <a:lvl8pPr indent="0" lvl="7" marL="0" algn="r">
              <a:spcBef>
                <a:spcPts val="0"/>
              </a:spcBef>
              <a:spcAft>
                <a:spcPts val="0"/>
              </a:spcAft>
              <a:buNone/>
              <a:defRPr sz="800">
                <a:solidFill>
                  <a:schemeClr val="lt1"/>
                </a:solidFill>
                <a:latin typeface="Hind Light"/>
                <a:ea typeface="Hind Light"/>
                <a:cs typeface="Hind Light"/>
                <a:sym typeface="Hind Light"/>
              </a:defRPr>
            </a:lvl8pPr>
            <a:lvl9pPr indent="0" lvl="8" marL="0" algn="r">
              <a:spcBef>
                <a:spcPts val="0"/>
              </a:spcBef>
              <a:spcAft>
                <a:spcPts val="0"/>
              </a:spcAft>
              <a:buNone/>
              <a:defRPr sz="800">
                <a:solidFill>
                  <a:schemeClr val="lt1"/>
                </a:solidFill>
                <a:latin typeface="Hind Light"/>
                <a:ea typeface="Hind Light"/>
                <a:cs typeface="Hind Light"/>
                <a:sym typeface="Hind Light"/>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8"/>
          <p:cNvSpPr txBox="1"/>
          <p:nvPr>
            <p:ph idx="1" type="subTitle"/>
          </p:nvPr>
        </p:nvSpPr>
        <p:spPr>
          <a:xfrm>
            <a:off x="405000" y="3209339"/>
            <a:ext cx="4286700" cy="325500"/>
          </a:xfrm>
          <a:prstGeom prst="rect">
            <a:avLst/>
          </a:prstGeom>
          <a:noFill/>
          <a:ln>
            <a:noFill/>
          </a:ln>
        </p:spPr>
        <p:txBody>
          <a:bodyPr anchorCtr="0" anchor="t" bIns="34275" lIns="68575" spcFirstLastPara="1" rIns="68575" wrap="square" tIns="34275">
            <a:spAutoFit/>
          </a:bodyPr>
          <a:lstStyle>
            <a:lvl1pPr lvl="0" algn="l">
              <a:lnSpc>
                <a:spcPct val="106000"/>
              </a:lnSpc>
              <a:spcBef>
                <a:spcPts val="0"/>
              </a:spcBef>
              <a:spcAft>
                <a:spcPts val="0"/>
              </a:spcAft>
              <a:buSzPts val="1800"/>
              <a:buNone/>
              <a:defRPr b="0" i="0" sz="1800">
                <a:solidFill>
                  <a:srgbClr val="EEF2EC"/>
                </a:solidFill>
                <a:latin typeface="Hind Light"/>
                <a:ea typeface="Hind Light"/>
                <a:cs typeface="Hind Light"/>
                <a:sym typeface="Hind Light"/>
              </a:defRPr>
            </a:lvl1pPr>
            <a:lvl2pPr lvl="1" algn="l">
              <a:lnSpc>
                <a:spcPct val="113000"/>
              </a:lnSpc>
              <a:spcBef>
                <a:spcPts val="0"/>
              </a:spcBef>
              <a:spcAft>
                <a:spcPts val="0"/>
              </a:spcAft>
              <a:buClr>
                <a:schemeClr val="dk1"/>
              </a:buClr>
              <a:buSzPts val="1400"/>
              <a:buChar char="○"/>
              <a:defRPr/>
            </a:lvl2pPr>
            <a:lvl3pPr lvl="2" algn="l">
              <a:lnSpc>
                <a:spcPct val="113000"/>
              </a:lnSpc>
              <a:spcBef>
                <a:spcPts val="0"/>
              </a:spcBef>
              <a:spcAft>
                <a:spcPts val="0"/>
              </a:spcAft>
              <a:buClr>
                <a:schemeClr val="dk1"/>
              </a:buClr>
              <a:buSzPts val="1400"/>
              <a:buChar char="■"/>
              <a:defRPr/>
            </a:lvl3pPr>
            <a:lvl4pPr lvl="3" algn="l">
              <a:lnSpc>
                <a:spcPct val="113000"/>
              </a:lnSpc>
              <a:spcBef>
                <a:spcPts val="0"/>
              </a:spcBef>
              <a:spcAft>
                <a:spcPts val="0"/>
              </a:spcAft>
              <a:buClr>
                <a:schemeClr val="dk1"/>
              </a:buClr>
              <a:buSzPts val="1400"/>
              <a:buChar char="●"/>
              <a:defRPr/>
            </a:lvl4pPr>
            <a:lvl5pPr lvl="4" algn="l">
              <a:lnSpc>
                <a:spcPct val="112000"/>
              </a:lnSpc>
              <a:spcBef>
                <a:spcPts val="0"/>
              </a:spcBef>
              <a:spcAft>
                <a:spcPts val="0"/>
              </a:spcAft>
              <a:buClr>
                <a:schemeClr val="dk1"/>
              </a:buClr>
              <a:buSzPts val="1400"/>
              <a:buChar char="○"/>
              <a:defRPr/>
            </a:lvl5pPr>
            <a:lvl6pPr lvl="5" algn="l">
              <a:lnSpc>
                <a:spcPct val="112000"/>
              </a:lnSpc>
              <a:spcBef>
                <a:spcPts val="0"/>
              </a:spcBef>
              <a:spcAft>
                <a:spcPts val="0"/>
              </a:spcAft>
              <a:buClr>
                <a:schemeClr val="dk1"/>
              </a:buClr>
              <a:buSzPts val="1400"/>
              <a:buChar char="■"/>
              <a:defRPr/>
            </a:lvl6pPr>
            <a:lvl7pPr lvl="6" algn="l">
              <a:lnSpc>
                <a:spcPct val="112000"/>
              </a:lnSpc>
              <a:spcBef>
                <a:spcPts val="1200"/>
              </a:spcBef>
              <a:spcAft>
                <a:spcPts val="0"/>
              </a:spcAft>
              <a:buClr>
                <a:schemeClr val="dk1"/>
              </a:buClr>
              <a:buSzPts val="1400"/>
              <a:buChar char="●"/>
              <a:defRPr/>
            </a:lvl7pPr>
            <a:lvl8pPr lvl="7" algn="l">
              <a:lnSpc>
                <a:spcPct val="90000"/>
              </a:lnSpc>
              <a:spcBef>
                <a:spcPts val="1200"/>
              </a:spcBef>
              <a:spcAft>
                <a:spcPts val="0"/>
              </a:spcAft>
              <a:buClr>
                <a:schemeClr val="dk1"/>
              </a:buClr>
              <a:buSzPts val="1400"/>
              <a:buChar char="○"/>
              <a:defRPr/>
            </a:lvl8pPr>
            <a:lvl9pPr lvl="8" algn="l">
              <a:lnSpc>
                <a:spcPct val="90000"/>
              </a:lnSpc>
              <a:spcBef>
                <a:spcPts val="1200"/>
              </a:spcBef>
              <a:spcAft>
                <a:spcPts val="1200"/>
              </a:spcAft>
              <a:buClr>
                <a:schemeClr val="dk1"/>
              </a:buClr>
              <a:buSzPts val="1400"/>
              <a:buChar char="■"/>
              <a:defRPr/>
            </a:lvl9pPr>
          </a:lstStyle>
          <a:p/>
        </p:txBody>
      </p:sp>
      <p:sp>
        <p:nvSpPr>
          <p:cNvPr id="81" name="Google Shape;81;p18"/>
          <p:cNvSpPr txBox="1"/>
          <p:nvPr>
            <p:ph type="ctrTitle"/>
          </p:nvPr>
        </p:nvSpPr>
        <p:spPr>
          <a:xfrm>
            <a:off x="405000" y="1845944"/>
            <a:ext cx="8346000" cy="576300"/>
          </a:xfrm>
          <a:prstGeom prst="rect">
            <a:avLst/>
          </a:prstGeom>
          <a:noFill/>
          <a:ln>
            <a:noFill/>
          </a:ln>
        </p:spPr>
        <p:txBody>
          <a:bodyPr anchorCtr="0" anchor="t" bIns="0" lIns="68575" spcFirstLastPara="1" rIns="68575" wrap="square" tIns="0">
            <a:noAutofit/>
          </a:bodyPr>
          <a:lstStyle>
            <a:lvl1pPr lvl="0" algn="l">
              <a:lnSpc>
                <a:spcPct val="104000"/>
              </a:lnSpc>
              <a:spcBef>
                <a:spcPts val="0"/>
              </a:spcBef>
              <a:spcAft>
                <a:spcPts val="0"/>
              </a:spcAft>
              <a:buSzPts val="2800"/>
              <a:buNone/>
              <a:defRPr sz="3600">
                <a:solidFill>
                  <a:srgbClr val="EEF2EC"/>
                </a:solidFill>
              </a:defRPr>
            </a:lvl1pPr>
            <a:lvl2pPr lvl="1" algn="l">
              <a:lnSpc>
                <a:spcPct val="106000"/>
              </a:lnSpc>
              <a:spcBef>
                <a:spcPts val="0"/>
              </a:spcBef>
              <a:spcAft>
                <a:spcPts val="0"/>
              </a:spcAft>
              <a:buSzPts val="2800"/>
              <a:buNone/>
              <a:defRPr/>
            </a:lvl2pPr>
            <a:lvl3pPr lvl="2" algn="l">
              <a:lnSpc>
                <a:spcPct val="106000"/>
              </a:lnSpc>
              <a:spcBef>
                <a:spcPts val="0"/>
              </a:spcBef>
              <a:spcAft>
                <a:spcPts val="0"/>
              </a:spcAft>
              <a:buSzPts val="2800"/>
              <a:buNone/>
              <a:defRPr/>
            </a:lvl3pPr>
            <a:lvl4pPr lvl="3" algn="l">
              <a:lnSpc>
                <a:spcPct val="106000"/>
              </a:lnSpc>
              <a:spcBef>
                <a:spcPts val="0"/>
              </a:spcBef>
              <a:spcAft>
                <a:spcPts val="0"/>
              </a:spcAft>
              <a:buSzPts val="2800"/>
              <a:buNone/>
              <a:defRPr/>
            </a:lvl4pPr>
            <a:lvl5pPr lvl="4" algn="l">
              <a:lnSpc>
                <a:spcPct val="106000"/>
              </a:lnSpc>
              <a:spcBef>
                <a:spcPts val="0"/>
              </a:spcBef>
              <a:spcAft>
                <a:spcPts val="0"/>
              </a:spcAft>
              <a:buSzPts val="2800"/>
              <a:buNone/>
              <a:defRPr/>
            </a:lvl5pPr>
            <a:lvl6pPr lvl="5" algn="l">
              <a:lnSpc>
                <a:spcPct val="106000"/>
              </a:lnSpc>
              <a:spcBef>
                <a:spcPts val="0"/>
              </a:spcBef>
              <a:spcAft>
                <a:spcPts val="0"/>
              </a:spcAft>
              <a:buSzPts val="2800"/>
              <a:buNone/>
              <a:defRPr/>
            </a:lvl6pPr>
            <a:lvl7pPr lvl="6" algn="l">
              <a:lnSpc>
                <a:spcPct val="106000"/>
              </a:lnSpc>
              <a:spcBef>
                <a:spcPts val="0"/>
              </a:spcBef>
              <a:spcAft>
                <a:spcPts val="0"/>
              </a:spcAft>
              <a:buSzPts val="2800"/>
              <a:buNone/>
              <a:defRPr/>
            </a:lvl7pPr>
            <a:lvl8pPr lvl="7" algn="l">
              <a:lnSpc>
                <a:spcPct val="106000"/>
              </a:lnSpc>
              <a:spcBef>
                <a:spcPts val="0"/>
              </a:spcBef>
              <a:spcAft>
                <a:spcPts val="0"/>
              </a:spcAft>
              <a:buSzPts val="2800"/>
              <a:buNone/>
              <a:defRPr/>
            </a:lvl8pPr>
            <a:lvl9pPr lvl="8" algn="l">
              <a:lnSpc>
                <a:spcPct val="106000"/>
              </a:lnSpc>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Content - 1 Column">
  <p:cSld name="TITLE_2_1_1_1_1_1_3_1_1">
    <p:bg>
      <p:bgPr>
        <a:solidFill>
          <a:srgbClr val="FFFFFF"/>
        </a:solidFill>
      </p:bgPr>
    </p:bg>
    <p:spTree>
      <p:nvGrpSpPr>
        <p:cNvPr id="82" name="Shape 82"/>
        <p:cNvGrpSpPr/>
        <p:nvPr/>
      </p:nvGrpSpPr>
      <p:grpSpPr>
        <a:xfrm>
          <a:off x="0" y="0"/>
          <a:ext cx="0" cy="0"/>
          <a:chOff x="0" y="0"/>
          <a:chExt cx="0" cy="0"/>
        </a:xfrm>
      </p:grpSpPr>
      <p:sp>
        <p:nvSpPr>
          <p:cNvPr id="83" name="Google Shape;83;p19"/>
          <p:cNvSpPr txBox="1"/>
          <p:nvPr>
            <p:ph type="title"/>
          </p:nvPr>
        </p:nvSpPr>
        <p:spPr>
          <a:xfrm>
            <a:off x="269675" y="579725"/>
            <a:ext cx="7498500" cy="7431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Inter SemiBold"/>
              <a:buNone/>
              <a:defRPr b="0" sz="2200">
                <a:latin typeface="Inter SemiBold"/>
                <a:ea typeface="Inter SemiBold"/>
                <a:cs typeface="Inter SemiBold"/>
                <a:sym typeface="Inter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p19"/>
          <p:cNvSpPr txBox="1"/>
          <p:nvPr>
            <p:ph idx="1" type="body"/>
          </p:nvPr>
        </p:nvSpPr>
        <p:spPr>
          <a:xfrm>
            <a:off x="280600" y="1556475"/>
            <a:ext cx="8582700" cy="3186000"/>
          </a:xfrm>
          <a:prstGeom prst="rect">
            <a:avLst/>
          </a:prstGeom>
        </p:spPr>
        <p:txBody>
          <a:bodyPr anchorCtr="0" anchor="t" bIns="91425" lIns="91425" spcFirstLastPara="1" rIns="91425" wrap="square" tIns="91425">
            <a:normAutofit/>
          </a:bodyPr>
          <a:lstStyle>
            <a:lvl1pPr indent="-336550" lvl="0" marL="457200">
              <a:lnSpc>
                <a:spcPct val="100000"/>
              </a:lnSpc>
              <a:spcBef>
                <a:spcPts val="0"/>
              </a:spcBef>
              <a:spcAft>
                <a:spcPts val="0"/>
              </a:spcAft>
              <a:buSzPts val="1700"/>
              <a:buChar char="●"/>
              <a:defRPr sz="1700"/>
            </a:lvl1pPr>
            <a:lvl2pPr indent="-336550" lvl="1" marL="914400">
              <a:lnSpc>
                <a:spcPct val="100000"/>
              </a:lnSpc>
              <a:spcBef>
                <a:spcPts val="800"/>
              </a:spcBef>
              <a:spcAft>
                <a:spcPts val="0"/>
              </a:spcAft>
              <a:buSzPts val="1700"/>
              <a:buChar char="○"/>
              <a:defRPr sz="1700"/>
            </a:lvl2pPr>
            <a:lvl3pPr indent="-336550" lvl="2" marL="1371600">
              <a:lnSpc>
                <a:spcPct val="100000"/>
              </a:lnSpc>
              <a:spcBef>
                <a:spcPts val="800"/>
              </a:spcBef>
              <a:spcAft>
                <a:spcPts val="0"/>
              </a:spcAft>
              <a:buSzPts val="1700"/>
              <a:buChar char="■"/>
              <a:defRPr sz="1700"/>
            </a:lvl3pPr>
            <a:lvl4pPr indent="-336550" lvl="3" marL="1828800">
              <a:lnSpc>
                <a:spcPct val="100000"/>
              </a:lnSpc>
              <a:spcBef>
                <a:spcPts val="800"/>
              </a:spcBef>
              <a:spcAft>
                <a:spcPts val="0"/>
              </a:spcAft>
              <a:buSzPts val="1700"/>
              <a:buChar char="●"/>
              <a:defRPr sz="1700"/>
            </a:lvl4pPr>
            <a:lvl5pPr indent="-336550" lvl="4" marL="2286000">
              <a:lnSpc>
                <a:spcPct val="100000"/>
              </a:lnSpc>
              <a:spcBef>
                <a:spcPts val="800"/>
              </a:spcBef>
              <a:spcAft>
                <a:spcPts val="0"/>
              </a:spcAft>
              <a:buSzPts val="1700"/>
              <a:buChar char="○"/>
              <a:defRPr sz="1700"/>
            </a:lvl5pPr>
            <a:lvl6pPr indent="-336550" lvl="5" marL="2743200">
              <a:lnSpc>
                <a:spcPct val="100000"/>
              </a:lnSpc>
              <a:spcBef>
                <a:spcPts val="800"/>
              </a:spcBef>
              <a:spcAft>
                <a:spcPts val="0"/>
              </a:spcAft>
              <a:buSzPts val="1700"/>
              <a:buChar char="■"/>
              <a:defRPr sz="1700"/>
            </a:lvl6pPr>
            <a:lvl7pPr indent="-336550" lvl="6" marL="3200400">
              <a:lnSpc>
                <a:spcPct val="100000"/>
              </a:lnSpc>
              <a:spcBef>
                <a:spcPts val="800"/>
              </a:spcBef>
              <a:spcAft>
                <a:spcPts val="0"/>
              </a:spcAft>
              <a:buSzPts val="1700"/>
              <a:buChar char="●"/>
              <a:defRPr sz="1700"/>
            </a:lvl7pPr>
            <a:lvl8pPr indent="-336550" lvl="7" marL="3657600">
              <a:lnSpc>
                <a:spcPct val="100000"/>
              </a:lnSpc>
              <a:spcBef>
                <a:spcPts val="800"/>
              </a:spcBef>
              <a:spcAft>
                <a:spcPts val="0"/>
              </a:spcAft>
              <a:buSzPts val="1700"/>
              <a:buChar char="○"/>
              <a:defRPr sz="1700"/>
            </a:lvl8pPr>
            <a:lvl9pPr indent="-336550" lvl="8" marL="4114800">
              <a:lnSpc>
                <a:spcPct val="100000"/>
              </a:lnSpc>
              <a:spcBef>
                <a:spcPts val="800"/>
              </a:spcBef>
              <a:spcAft>
                <a:spcPts val="800"/>
              </a:spcAft>
              <a:buSzPts val="1700"/>
              <a:buChar char="■"/>
              <a:defRPr sz="1700"/>
            </a:lvl9pPr>
          </a:lstStyle>
          <a:p/>
        </p:txBody>
      </p:sp>
      <p:sp>
        <p:nvSpPr>
          <p:cNvPr id="85" name="Google Shape;85;p19"/>
          <p:cNvSpPr txBox="1"/>
          <p:nvPr>
            <p:ph idx="12" type="sldNum"/>
          </p:nvPr>
        </p:nvSpPr>
        <p:spPr>
          <a:xfrm>
            <a:off x="8402163" y="4669898"/>
            <a:ext cx="548700" cy="237300"/>
          </a:xfrm>
          <a:prstGeom prst="rect">
            <a:avLst/>
          </a:prstGeom>
        </p:spPr>
        <p:txBody>
          <a:bodyPr anchorCtr="0" anchor="t" bIns="91425" lIns="91425" spcFirstLastPara="1" rIns="91425" wrap="square" tIns="91425">
            <a:normAutofit fontScale="55000" lnSpcReduction="20000"/>
          </a:bodyPr>
          <a:lstStyle>
            <a:lvl1pPr lvl="0">
              <a:buNone/>
              <a:defRPr sz="800">
                <a:solidFill>
                  <a:schemeClr val="dk1"/>
                </a:solidFill>
                <a:latin typeface="Inter SemiBold"/>
                <a:ea typeface="Inter SemiBold"/>
                <a:cs typeface="Inter SemiBold"/>
                <a:sym typeface="Inter SemiBold"/>
              </a:defRPr>
            </a:lvl1pPr>
            <a:lvl2pPr lvl="1">
              <a:buNone/>
              <a:defRPr sz="800">
                <a:solidFill>
                  <a:schemeClr val="dk1"/>
                </a:solidFill>
                <a:latin typeface="Inter SemiBold"/>
                <a:ea typeface="Inter SemiBold"/>
                <a:cs typeface="Inter SemiBold"/>
                <a:sym typeface="Inter SemiBold"/>
              </a:defRPr>
            </a:lvl2pPr>
            <a:lvl3pPr lvl="2">
              <a:buNone/>
              <a:defRPr sz="800">
                <a:solidFill>
                  <a:schemeClr val="dk1"/>
                </a:solidFill>
                <a:latin typeface="Inter SemiBold"/>
                <a:ea typeface="Inter SemiBold"/>
                <a:cs typeface="Inter SemiBold"/>
                <a:sym typeface="Inter SemiBold"/>
              </a:defRPr>
            </a:lvl3pPr>
            <a:lvl4pPr lvl="3">
              <a:buNone/>
              <a:defRPr sz="800">
                <a:solidFill>
                  <a:schemeClr val="dk1"/>
                </a:solidFill>
                <a:latin typeface="Inter SemiBold"/>
                <a:ea typeface="Inter SemiBold"/>
                <a:cs typeface="Inter SemiBold"/>
                <a:sym typeface="Inter SemiBold"/>
              </a:defRPr>
            </a:lvl4pPr>
            <a:lvl5pPr lvl="4">
              <a:buNone/>
              <a:defRPr sz="800">
                <a:solidFill>
                  <a:schemeClr val="dk1"/>
                </a:solidFill>
                <a:latin typeface="Inter SemiBold"/>
                <a:ea typeface="Inter SemiBold"/>
                <a:cs typeface="Inter SemiBold"/>
                <a:sym typeface="Inter SemiBold"/>
              </a:defRPr>
            </a:lvl5pPr>
            <a:lvl6pPr lvl="5">
              <a:buNone/>
              <a:defRPr sz="800">
                <a:solidFill>
                  <a:schemeClr val="dk1"/>
                </a:solidFill>
                <a:latin typeface="Inter SemiBold"/>
                <a:ea typeface="Inter SemiBold"/>
                <a:cs typeface="Inter SemiBold"/>
                <a:sym typeface="Inter SemiBold"/>
              </a:defRPr>
            </a:lvl6pPr>
            <a:lvl7pPr lvl="6">
              <a:buNone/>
              <a:defRPr sz="800">
                <a:solidFill>
                  <a:schemeClr val="dk1"/>
                </a:solidFill>
                <a:latin typeface="Inter SemiBold"/>
                <a:ea typeface="Inter SemiBold"/>
                <a:cs typeface="Inter SemiBold"/>
                <a:sym typeface="Inter SemiBold"/>
              </a:defRPr>
            </a:lvl7pPr>
            <a:lvl8pPr lvl="7">
              <a:buNone/>
              <a:defRPr sz="800">
                <a:solidFill>
                  <a:schemeClr val="dk1"/>
                </a:solidFill>
                <a:latin typeface="Inter SemiBold"/>
                <a:ea typeface="Inter SemiBold"/>
                <a:cs typeface="Inter SemiBold"/>
                <a:sym typeface="Inter SemiBold"/>
              </a:defRPr>
            </a:lvl8pPr>
            <a:lvl9pPr lvl="8">
              <a:buNone/>
              <a:defRPr sz="800">
                <a:solidFill>
                  <a:schemeClr val="dk1"/>
                </a:solidFill>
                <a:latin typeface="Inter SemiBold"/>
                <a:ea typeface="Inter SemiBold"/>
                <a:cs typeface="Inter SemiBold"/>
                <a:sym typeface="Inter SemiBold"/>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19"/>
          <p:cNvPicPr preferRelativeResize="0"/>
          <p:nvPr/>
        </p:nvPicPr>
        <p:blipFill>
          <a:blip r:embed="rId2">
            <a:alphaModFix/>
          </a:blip>
          <a:stretch>
            <a:fillRect/>
          </a:stretch>
        </p:blipFill>
        <p:spPr>
          <a:xfrm>
            <a:off x="7561900" y="232505"/>
            <a:ext cx="1301500" cy="192350"/>
          </a:xfrm>
          <a:prstGeom prst="rect">
            <a:avLst/>
          </a:prstGeom>
          <a:noFill/>
          <a:ln>
            <a:noFill/>
          </a:ln>
        </p:spPr>
      </p:pic>
      <p:sp>
        <p:nvSpPr>
          <p:cNvPr id="87" name="Google Shape;87;p19"/>
          <p:cNvSpPr txBox="1"/>
          <p:nvPr>
            <p:ph idx="2" type="body"/>
          </p:nvPr>
        </p:nvSpPr>
        <p:spPr>
          <a:xfrm>
            <a:off x="272196" y="218298"/>
            <a:ext cx="4213800" cy="237300"/>
          </a:xfrm>
          <a:prstGeom prst="rect">
            <a:avLst/>
          </a:prstGeom>
        </p:spPr>
        <p:txBody>
          <a:bodyPr anchorCtr="0" anchor="b" bIns="91425" lIns="91425" spcFirstLastPara="1" rIns="91425" wrap="square" tIns="91425">
            <a:normAutofit/>
          </a:bodyPr>
          <a:lstStyle>
            <a:lvl1pPr indent="-285750" lvl="0" marL="4572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1pPr>
            <a:lvl2pPr indent="-285750" lvl="1" marL="9144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2pPr>
            <a:lvl3pPr indent="-285750" lvl="2" marL="13716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3pPr>
            <a:lvl4pPr indent="-285750" lvl="3" marL="18288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4pPr>
            <a:lvl5pPr indent="-285750" lvl="4" marL="22860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5pPr>
            <a:lvl6pPr indent="-285750" lvl="5" marL="27432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6pPr>
            <a:lvl7pPr indent="-285750" lvl="6" marL="32004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7pPr>
            <a:lvl8pPr indent="-285750" lvl="7" marL="36576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8pPr>
            <a:lvl9pPr indent="-285750" lvl="8" marL="4114800">
              <a:spcBef>
                <a:spcPts val="0"/>
              </a:spcBef>
              <a:spcAft>
                <a:spcPts val="0"/>
              </a:spcAft>
              <a:buSzPts val="900"/>
              <a:buFont typeface="Inter SemiBold"/>
              <a:buChar char="■"/>
              <a:defRPr sz="900">
                <a:solidFill>
                  <a:schemeClr val="dk2"/>
                </a:solidFill>
                <a:latin typeface="Inter SemiBold"/>
                <a:ea typeface="Inter SemiBold"/>
                <a:cs typeface="Inter SemiBold"/>
                <a:sym typeface="Inter SemiBold"/>
              </a:defRPr>
            </a:lvl9pPr>
          </a:lstStyle>
          <a:p/>
        </p:txBody>
      </p:sp>
      <p:pic>
        <p:nvPicPr>
          <p:cNvPr id="88" name="Google Shape;88;p19"/>
          <p:cNvPicPr preferRelativeResize="0"/>
          <p:nvPr/>
        </p:nvPicPr>
        <p:blipFill>
          <a:blip r:embed="rId3">
            <a:alphaModFix/>
          </a:blip>
          <a:stretch>
            <a:fillRect/>
          </a:stretch>
        </p:blipFill>
        <p:spPr>
          <a:xfrm>
            <a:off x="-10886" y="5043300"/>
            <a:ext cx="9153142" cy="100200"/>
          </a:xfrm>
          <a:prstGeom prst="rect">
            <a:avLst/>
          </a:prstGeom>
          <a:noFill/>
          <a:ln>
            <a:noFill/>
          </a:ln>
        </p:spPr>
      </p:pic>
    </p:spTree>
  </p:cSld>
  <p:clrMapOvr>
    <a:masterClrMapping/>
  </p:clrMapOvr>
  <p:extLst>
    <p:ext uri="{DCECCB84-F9BA-43D5-87BE-67443E8EF086}">
      <p15:sldGuideLst>
        <p15:guide id="1" pos="177">
          <p15:clr>
            <a:srgbClr val="FA7B17"/>
          </p15:clr>
        </p15:guide>
        <p15:guide id="2" pos="1413">
          <p15:clr>
            <a:srgbClr val="FA7B17"/>
          </p15:clr>
        </p15:guide>
        <p15:guide id="3" pos="1567">
          <p15:clr>
            <a:srgbClr val="FA7B17"/>
          </p15:clr>
        </p15:guide>
        <p15:guide id="4" pos="2805">
          <p15:clr>
            <a:srgbClr val="FA7B17"/>
          </p15:clr>
        </p15:guide>
        <p15:guide id="5" pos="2955">
          <p15:clr>
            <a:srgbClr val="FA7B17"/>
          </p15:clr>
        </p15:guide>
        <p15:guide id="6" pos="4193">
          <p15:clr>
            <a:srgbClr val="FA7B17"/>
          </p15:clr>
        </p15:guide>
        <p15:guide id="7" pos="4347">
          <p15:clr>
            <a:srgbClr val="FA7B17"/>
          </p15:clr>
        </p15:guide>
        <p15:guide id="8" pos="5583">
          <p15:clr>
            <a:srgbClr val="FA7B17"/>
          </p15:clr>
        </p15:guide>
        <p15:guide id="9" orient="horz" pos="271">
          <p15:clr>
            <a:srgbClr val="FA7B17"/>
          </p15:clr>
        </p15:guide>
        <p15:guide id="10" orient="horz" pos="3015">
          <p15:clr>
            <a:srgbClr val="FA7B17"/>
          </p15:clr>
        </p15:guide>
        <p15:guide id="11" orient="horz" pos="413">
          <p15:clr>
            <a:srgbClr val="FA7B17"/>
          </p15:clr>
        </p15:guide>
        <p15:guide id="12" orient="horz" pos="833">
          <p15:clr>
            <a:srgbClr val="FA7B17"/>
          </p15:clr>
        </p15:guide>
        <p15:guide id="13" orient="horz" pos="1008">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89" name="Shape 89"/>
        <p:cNvGrpSpPr/>
        <p:nvPr/>
      </p:nvGrpSpPr>
      <p:grpSpPr>
        <a:xfrm>
          <a:off x="0" y="0"/>
          <a:ext cx="0" cy="0"/>
          <a:chOff x="0" y="0"/>
          <a:chExt cx="0" cy="0"/>
        </a:xfrm>
      </p:grpSpPr>
      <p:sp>
        <p:nvSpPr>
          <p:cNvPr id="90" name="Google Shape;90;p20"/>
          <p:cNvSpPr txBox="1"/>
          <p:nvPr/>
        </p:nvSpPr>
        <p:spPr>
          <a:xfrm>
            <a:off x="354775" y="982850"/>
            <a:ext cx="7933800" cy="22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0"/>
          <p:cNvSpPr txBox="1"/>
          <p:nvPr/>
        </p:nvSpPr>
        <p:spPr>
          <a:xfrm>
            <a:off x="311700" y="368825"/>
            <a:ext cx="8520600" cy="572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1" sz="3000">
              <a:latin typeface="Nunito"/>
              <a:ea typeface="Nunito"/>
              <a:cs typeface="Nunito"/>
              <a:sym typeface="Nunito"/>
            </a:endParaRPr>
          </a:p>
        </p:txBody>
      </p:sp>
      <p:sp>
        <p:nvSpPr>
          <p:cNvPr id="92" name="Google Shape;9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93" name="Google Shape;93;p20" title="Screenshot 2025-08-06 at 14.45.13.png"/>
          <p:cNvPicPr preferRelativeResize="0"/>
          <p:nvPr/>
        </p:nvPicPr>
        <p:blipFill rotWithShape="1">
          <a:blip r:embed="rId2">
            <a:alphaModFix/>
          </a:blip>
          <a:srcRect b="74799" l="15508" r="52169" t="2083"/>
          <a:stretch/>
        </p:blipFill>
        <p:spPr>
          <a:xfrm>
            <a:off x="7391400" y="97975"/>
            <a:ext cx="1545775" cy="6495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7" name="Shape 97"/>
        <p:cNvGrpSpPr/>
        <p:nvPr/>
      </p:nvGrpSpPr>
      <p:grpSpPr>
        <a:xfrm>
          <a:off x="0" y="0"/>
          <a:ext cx="0" cy="0"/>
          <a:chOff x="0" y="0"/>
          <a:chExt cx="0" cy="0"/>
        </a:xfrm>
      </p:grpSpPr>
      <p:sp>
        <p:nvSpPr>
          <p:cNvPr id="98" name="Google Shape;98;p22"/>
          <p:cNvSpPr txBox="1"/>
          <p:nvPr>
            <p:ph type="ctrTitle"/>
          </p:nvPr>
        </p:nvSpPr>
        <p:spPr>
          <a:xfrm>
            <a:off x="713250" y="2711500"/>
            <a:ext cx="7717500" cy="11820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5200"/>
              <a:buNone/>
              <a:defRPr b="1" sz="4000">
                <a:latin typeface="Space Mono"/>
                <a:ea typeface="Space Mono"/>
                <a:cs typeface="Space Mono"/>
                <a:sym typeface="Space Mon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9" name="Google Shape;99;p22"/>
          <p:cNvSpPr txBox="1"/>
          <p:nvPr>
            <p:ph idx="1" type="subTitle"/>
          </p:nvPr>
        </p:nvSpPr>
        <p:spPr>
          <a:xfrm>
            <a:off x="713250" y="4035575"/>
            <a:ext cx="7717500" cy="4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800">
                <a:latin typeface="Roboto Condensed"/>
                <a:ea typeface="Roboto Condensed"/>
                <a:cs typeface="Roboto Condensed"/>
                <a:sym typeface="Roboto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0" name="Google Shape;100;p22"/>
          <p:cNvSpPr/>
          <p:nvPr/>
        </p:nvSpPr>
        <p:spPr>
          <a:xfrm>
            <a:off x="50" y="49118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 name="Google Shape;101;p22"/>
          <p:cNvGrpSpPr/>
          <p:nvPr/>
        </p:nvGrpSpPr>
        <p:grpSpPr>
          <a:xfrm>
            <a:off x="50" y="1"/>
            <a:ext cx="9143700" cy="2070897"/>
            <a:chOff x="50" y="1"/>
            <a:chExt cx="9143700" cy="2070897"/>
          </a:xfrm>
        </p:grpSpPr>
        <p:sp>
          <p:nvSpPr>
            <p:cNvPr id="102" name="Google Shape;102;p22"/>
            <p:cNvSpPr/>
            <p:nvPr/>
          </p:nvSpPr>
          <p:spPr>
            <a:xfrm>
              <a:off x="50" y="1"/>
              <a:ext cx="9143700" cy="5349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2"/>
            <p:cNvSpPr/>
            <p:nvPr/>
          </p:nvSpPr>
          <p:spPr>
            <a:xfrm>
              <a:off x="50" y="18392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2"/>
            <p:cNvSpPr/>
            <p:nvPr/>
          </p:nvSpPr>
          <p:spPr>
            <a:xfrm>
              <a:off x="50" y="14552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2"/>
            <p:cNvSpPr/>
            <p:nvPr/>
          </p:nvSpPr>
          <p:spPr>
            <a:xfrm>
              <a:off x="50" y="10712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2"/>
            <p:cNvSpPr/>
            <p:nvPr/>
          </p:nvSpPr>
          <p:spPr>
            <a:xfrm>
              <a:off x="50" y="6872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grpSp>
        <p:nvGrpSpPr>
          <p:cNvPr id="108" name="Google Shape;108;p23"/>
          <p:cNvGrpSpPr/>
          <p:nvPr/>
        </p:nvGrpSpPr>
        <p:grpSpPr>
          <a:xfrm>
            <a:off x="50" y="4527898"/>
            <a:ext cx="9143700" cy="615600"/>
            <a:chOff x="50" y="4527898"/>
            <a:chExt cx="9143700" cy="615600"/>
          </a:xfrm>
        </p:grpSpPr>
        <p:sp>
          <p:nvSpPr>
            <p:cNvPr id="109" name="Google Shape;109;p23"/>
            <p:cNvSpPr/>
            <p:nvPr/>
          </p:nvSpPr>
          <p:spPr>
            <a:xfrm>
              <a:off x="50" y="49118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3"/>
            <p:cNvSpPr/>
            <p:nvPr/>
          </p:nvSpPr>
          <p:spPr>
            <a:xfrm>
              <a:off x="50" y="45278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23"/>
          <p:cNvSpPr txBox="1"/>
          <p:nvPr>
            <p:ph type="title"/>
          </p:nvPr>
        </p:nvSpPr>
        <p:spPr>
          <a:xfrm>
            <a:off x="713225" y="2998800"/>
            <a:ext cx="62277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2" name="Google Shape;112;p23"/>
          <p:cNvSpPr txBox="1"/>
          <p:nvPr>
            <p:ph hasCustomPrompt="1" idx="2" type="title"/>
          </p:nvPr>
        </p:nvSpPr>
        <p:spPr>
          <a:xfrm>
            <a:off x="713225" y="1320075"/>
            <a:ext cx="1913100" cy="1022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2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3" name="Google Shape;113;p23"/>
          <p:cNvSpPr txBox="1"/>
          <p:nvPr>
            <p:ph idx="1" type="subTitle"/>
          </p:nvPr>
        </p:nvSpPr>
        <p:spPr>
          <a:xfrm>
            <a:off x="713225" y="3837888"/>
            <a:ext cx="5379300" cy="534900"/>
          </a:xfrm>
          <a:prstGeom prst="rect">
            <a:avLst/>
          </a:prstGeom>
          <a:solidFill>
            <a:schemeClr val="lt1"/>
          </a:solidFill>
        </p:spPr>
        <p:txBody>
          <a:bodyPr anchorCtr="0" anchor="ctr" bIns="91425" lIns="91425" spcFirstLastPara="1" rIns="91425" wrap="square" tIns="91425">
            <a:noAutofit/>
          </a:bodyPr>
          <a:lstStyle>
            <a:lvl1pPr lvl="0">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4" name="Shape 114"/>
        <p:cNvGrpSpPr/>
        <p:nvPr/>
      </p:nvGrpSpPr>
      <p:grpSpPr>
        <a:xfrm>
          <a:off x="0" y="0"/>
          <a:ext cx="0" cy="0"/>
          <a:chOff x="0" y="0"/>
          <a:chExt cx="0" cy="0"/>
        </a:xfrm>
      </p:grpSpPr>
      <p:sp>
        <p:nvSpPr>
          <p:cNvPr id="115" name="Google Shape;115;p24"/>
          <p:cNvSpPr txBox="1"/>
          <p:nvPr>
            <p:ph type="title"/>
          </p:nvPr>
        </p:nvSpPr>
        <p:spPr>
          <a:xfrm>
            <a:off x="713225" y="1788375"/>
            <a:ext cx="3849000" cy="10383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6" name="Google Shape;116;p24"/>
          <p:cNvSpPr txBox="1"/>
          <p:nvPr>
            <p:ph idx="1" type="body"/>
          </p:nvPr>
        </p:nvSpPr>
        <p:spPr>
          <a:xfrm>
            <a:off x="713225" y="3016875"/>
            <a:ext cx="3849000" cy="709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7" name="Shape 117"/>
        <p:cNvGrpSpPr/>
        <p:nvPr/>
      </p:nvGrpSpPr>
      <p:grpSpPr>
        <a:xfrm>
          <a:off x="0" y="0"/>
          <a:ext cx="0" cy="0"/>
          <a:chOff x="0" y="0"/>
          <a:chExt cx="0" cy="0"/>
        </a:xfrm>
      </p:grpSpPr>
      <p:sp>
        <p:nvSpPr>
          <p:cNvPr id="118" name="Google Shape;118;p25"/>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5"/>
          <p:cNvSpPr txBox="1"/>
          <p:nvPr>
            <p:ph type="title"/>
          </p:nvPr>
        </p:nvSpPr>
        <p:spPr>
          <a:xfrm>
            <a:off x="713213" y="1644425"/>
            <a:ext cx="3710400" cy="102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0" name="Google Shape;120;p25"/>
          <p:cNvSpPr txBox="1"/>
          <p:nvPr>
            <p:ph idx="1" type="subTitle"/>
          </p:nvPr>
        </p:nvSpPr>
        <p:spPr>
          <a:xfrm>
            <a:off x="713163" y="3168775"/>
            <a:ext cx="3710400" cy="1029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21" name="Google Shape;121;p25"/>
          <p:cNvSpPr txBox="1"/>
          <p:nvPr>
            <p:ph idx="2" type="subTitle"/>
          </p:nvPr>
        </p:nvSpPr>
        <p:spPr>
          <a:xfrm>
            <a:off x="4720438" y="3168796"/>
            <a:ext cx="3710400" cy="1029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22" name="Google Shape;122;p25"/>
          <p:cNvSpPr txBox="1"/>
          <p:nvPr>
            <p:ph idx="3" type="title"/>
          </p:nvPr>
        </p:nvSpPr>
        <p:spPr>
          <a:xfrm>
            <a:off x="4720438" y="1644425"/>
            <a:ext cx="3710400" cy="10296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 name="Shape 123"/>
        <p:cNvGrpSpPr/>
        <p:nvPr/>
      </p:nvGrpSpPr>
      <p:grpSpPr>
        <a:xfrm>
          <a:off x="0" y="0"/>
          <a:ext cx="0" cy="0"/>
          <a:chOff x="0" y="0"/>
          <a:chExt cx="0" cy="0"/>
        </a:xfrm>
      </p:grpSpPr>
      <p:sp>
        <p:nvSpPr>
          <p:cNvPr id="124" name="Google Shape;124;p26"/>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5" name="Google Shape;125;p26"/>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6" name="Shape 126"/>
        <p:cNvGrpSpPr/>
        <p:nvPr/>
      </p:nvGrpSpPr>
      <p:grpSpPr>
        <a:xfrm>
          <a:off x="0" y="0"/>
          <a:ext cx="0" cy="0"/>
          <a:chOff x="0" y="0"/>
          <a:chExt cx="0" cy="0"/>
        </a:xfrm>
      </p:grpSpPr>
      <p:grpSp>
        <p:nvGrpSpPr>
          <p:cNvPr id="127" name="Google Shape;127;p27"/>
          <p:cNvGrpSpPr/>
          <p:nvPr/>
        </p:nvGrpSpPr>
        <p:grpSpPr>
          <a:xfrm>
            <a:off x="50" y="-2"/>
            <a:ext cx="9143700" cy="5143500"/>
            <a:chOff x="50" y="-2"/>
            <a:chExt cx="9143700" cy="5143500"/>
          </a:xfrm>
        </p:grpSpPr>
        <p:sp>
          <p:nvSpPr>
            <p:cNvPr id="128" name="Google Shape;128;p27"/>
            <p:cNvSpPr/>
            <p:nvPr/>
          </p:nvSpPr>
          <p:spPr>
            <a:xfrm>
              <a:off x="50" y="49118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7"/>
            <p:cNvSpPr/>
            <p:nvPr/>
          </p:nvSpPr>
          <p:spPr>
            <a:xfrm>
              <a:off x="50" y="-2"/>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27"/>
          <p:cNvSpPr txBox="1"/>
          <p:nvPr>
            <p:ph type="title"/>
          </p:nvPr>
        </p:nvSpPr>
        <p:spPr>
          <a:xfrm>
            <a:off x="713225" y="539500"/>
            <a:ext cx="7717500" cy="6129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Fira Sans"/>
              <a:buNone/>
              <a:defRPr>
                <a:latin typeface="Fira Sans"/>
                <a:ea typeface="Fira Sans"/>
                <a:cs typeface="Fira Sans"/>
                <a:sym typeface="Fira Sans"/>
              </a:defRPr>
            </a:lvl1pPr>
            <a:lvl2pPr lvl="1">
              <a:spcBef>
                <a:spcPts val="0"/>
              </a:spcBef>
              <a:spcAft>
                <a:spcPts val="0"/>
              </a:spcAft>
              <a:buSzPts val="3000"/>
              <a:buFont typeface="Fira Sans"/>
              <a:buNone/>
              <a:defRPr>
                <a:latin typeface="Fira Sans"/>
                <a:ea typeface="Fira Sans"/>
                <a:cs typeface="Fira Sans"/>
                <a:sym typeface="Fira Sans"/>
              </a:defRPr>
            </a:lvl2pPr>
            <a:lvl3pPr lvl="2">
              <a:spcBef>
                <a:spcPts val="0"/>
              </a:spcBef>
              <a:spcAft>
                <a:spcPts val="0"/>
              </a:spcAft>
              <a:buSzPts val="3000"/>
              <a:buFont typeface="Fira Sans"/>
              <a:buNone/>
              <a:defRPr>
                <a:latin typeface="Fira Sans"/>
                <a:ea typeface="Fira Sans"/>
                <a:cs typeface="Fira Sans"/>
                <a:sym typeface="Fira Sans"/>
              </a:defRPr>
            </a:lvl3pPr>
            <a:lvl4pPr lvl="3">
              <a:spcBef>
                <a:spcPts val="0"/>
              </a:spcBef>
              <a:spcAft>
                <a:spcPts val="0"/>
              </a:spcAft>
              <a:buSzPts val="3000"/>
              <a:buFont typeface="Fira Sans"/>
              <a:buNone/>
              <a:defRPr>
                <a:latin typeface="Fira Sans"/>
                <a:ea typeface="Fira Sans"/>
                <a:cs typeface="Fira Sans"/>
                <a:sym typeface="Fira Sans"/>
              </a:defRPr>
            </a:lvl4pPr>
            <a:lvl5pPr lvl="4">
              <a:spcBef>
                <a:spcPts val="0"/>
              </a:spcBef>
              <a:spcAft>
                <a:spcPts val="0"/>
              </a:spcAft>
              <a:buSzPts val="3000"/>
              <a:buFont typeface="Fira Sans"/>
              <a:buNone/>
              <a:defRPr>
                <a:latin typeface="Fira Sans"/>
                <a:ea typeface="Fira Sans"/>
                <a:cs typeface="Fira Sans"/>
                <a:sym typeface="Fira Sans"/>
              </a:defRPr>
            </a:lvl5pPr>
            <a:lvl6pPr lvl="5">
              <a:spcBef>
                <a:spcPts val="0"/>
              </a:spcBef>
              <a:spcAft>
                <a:spcPts val="0"/>
              </a:spcAft>
              <a:buSzPts val="3000"/>
              <a:buFont typeface="Fira Sans"/>
              <a:buNone/>
              <a:defRPr>
                <a:latin typeface="Fira Sans"/>
                <a:ea typeface="Fira Sans"/>
                <a:cs typeface="Fira Sans"/>
                <a:sym typeface="Fira Sans"/>
              </a:defRPr>
            </a:lvl6pPr>
            <a:lvl7pPr lvl="6">
              <a:spcBef>
                <a:spcPts val="0"/>
              </a:spcBef>
              <a:spcAft>
                <a:spcPts val="0"/>
              </a:spcAft>
              <a:buSzPts val="3000"/>
              <a:buFont typeface="Fira Sans"/>
              <a:buNone/>
              <a:defRPr>
                <a:latin typeface="Fira Sans"/>
                <a:ea typeface="Fira Sans"/>
                <a:cs typeface="Fira Sans"/>
                <a:sym typeface="Fira Sans"/>
              </a:defRPr>
            </a:lvl7pPr>
            <a:lvl8pPr lvl="7">
              <a:spcBef>
                <a:spcPts val="0"/>
              </a:spcBef>
              <a:spcAft>
                <a:spcPts val="0"/>
              </a:spcAft>
              <a:buSzPts val="3000"/>
              <a:buFont typeface="Fira Sans"/>
              <a:buNone/>
              <a:defRPr>
                <a:latin typeface="Fira Sans"/>
                <a:ea typeface="Fira Sans"/>
                <a:cs typeface="Fira Sans"/>
                <a:sym typeface="Fira Sans"/>
              </a:defRPr>
            </a:lvl8pPr>
            <a:lvl9pPr lvl="8">
              <a:spcBef>
                <a:spcPts val="0"/>
              </a:spcBef>
              <a:spcAft>
                <a:spcPts val="0"/>
              </a:spcAft>
              <a:buSzPts val="3000"/>
              <a:buFont typeface="Fira Sans"/>
              <a:buNone/>
              <a:defRPr>
                <a:latin typeface="Fira Sans"/>
                <a:ea typeface="Fira Sans"/>
                <a:cs typeface="Fira Sans"/>
                <a:sym typeface="Fira Sans"/>
              </a:defRPr>
            </a:lvl9pPr>
          </a:lstStyle>
          <a:p/>
        </p:txBody>
      </p:sp>
      <p:sp>
        <p:nvSpPr>
          <p:cNvPr id="131" name="Google Shape;131;p27"/>
          <p:cNvSpPr txBox="1"/>
          <p:nvPr>
            <p:ph idx="1" type="body"/>
          </p:nvPr>
        </p:nvSpPr>
        <p:spPr>
          <a:xfrm>
            <a:off x="713225" y="1716225"/>
            <a:ext cx="4319700" cy="22422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Fira Sans"/>
              <a:buChar char="■"/>
              <a:defRPr>
                <a:latin typeface="Fira Sans"/>
                <a:ea typeface="Fira Sans"/>
                <a:cs typeface="Fira Sans"/>
                <a:sym typeface="Fira Sans"/>
              </a:defRPr>
            </a:lvl1pPr>
            <a:lvl2pPr indent="-317500" lvl="1" marL="914400">
              <a:lnSpc>
                <a:spcPct val="100000"/>
              </a:lnSpc>
              <a:spcBef>
                <a:spcPts val="0"/>
              </a:spcBef>
              <a:spcAft>
                <a:spcPts val="0"/>
              </a:spcAft>
              <a:buSzPts val="1400"/>
              <a:buFont typeface="Fira Sans"/>
              <a:buChar char="○"/>
              <a:defRPr>
                <a:latin typeface="Fira Sans"/>
                <a:ea typeface="Fira Sans"/>
                <a:cs typeface="Fira Sans"/>
                <a:sym typeface="Fira Sans"/>
              </a:defRPr>
            </a:lvl2pPr>
            <a:lvl3pPr indent="-317500" lvl="2" marL="1371600">
              <a:lnSpc>
                <a:spcPct val="100000"/>
              </a:lnSpc>
              <a:spcBef>
                <a:spcPts val="0"/>
              </a:spcBef>
              <a:spcAft>
                <a:spcPts val="0"/>
              </a:spcAft>
              <a:buSzPts val="1400"/>
              <a:buFont typeface="Fira Sans"/>
              <a:buChar char="■"/>
              <a:defRPr>
                <a:latin typeface="Fira Sans"/>
                <a:ea typeface="Fira Sans"/>
                <a:cs typeface="Fira Sans"/>
                <a:sym typeface="Fira Sans"/>
              </a:defRPr>
            </a:lvl3pPr>
            <a:lvl4pPr indent="-317500" lvl="3" marL="1828800">
              <a:lnSpc>
                <a:spcPct val="100000"/>
              </a:lnSpc>
              <a:spcBef>
                <a:spcPts val="0"/>
              </a:spcBef>
              <a:spcAft>
                <a:spcPts val="0"/>
              </a:spcAft>
              <a:buSzPts val="1400"/>
              <a:buFont typeface="Fira Sans"/>
              <a:buChar char="●"/>
              <a:defRPr>
                <a:latin typeface="Fira Sans"/>
                <a:ea typeface="Fira Sans"/>
                <a:cs typeface="Fira Sans"/>
                <a:sym typeface="Fira Sans"/>
              </a:defRPr>
            </a:lvl4pPr>
            <a:lvl5pPr indent="-317500" lvl="4" marL="2286000">
              <a:lnSpc>
                <a:spcPct val="100000"/>
              </a:lnSpc>
              <a:spcBef>
                <a:spcPts val="0"/>
              </a:spcBef>
              <a:spcAft>
                <a:spcPts val="0"/>
              </a:spcAft>
              <a:buSzPts val="1400"/>
              <a:buFont typeface="Fira Sans"/>
              <a:buChar char="○"/>
              <a:defRPr>
                <a:latin typeface="Fira Sans"/>
                <a:ea typeface="Fira Sans"/>
                <a:cs typeface="Fira Sans"/>
                <a:sym typeface="Fira Sans"/>
              </a:defRPr>
            </a:lvl5pPr>
            <a:lvl6pPr indent="-317500" lvl="5" marL="2743200">
              <a:lnSpc>
                <a:spcPct val="100000"/>
              </a:lnSpc>
              <a:spcBef>
                <a:spcPts val="0"/>
              </a:spcBef>
              <a:spcAft>
                <a:spcPts val="0"/>
              </a:spcAft>
              <a:buSzPts val="1400"/>
              <a:buFont typeface="Fira Sans"/>
              <a:buChar char="■"/>
              <a:defRPr>
                <a:latin typeface="Fira Sans"/>
                <a:ea typeface="Fira Sans"/>
                <a:cs typeface="Fira Sans"/>
                <a:sym typeface="Fira Sans"/>
              </a:defRPr>
            </a:lvl6pPr>
            <a:lvl7pPr indent="-317500" lvl="6" marL="3200400">
              <a:lnSpc>
                <a:spcPct val="100000"/>
              </a:lnSpc>
              <a:spcBef>
                <a:spcPts val="0"/>
              </a:spcBef>
              <a:spcAft>
                <a:spcPts val="0"/>
              </a:spcAft>
              <a:buSzPts val="1400"/>
              <a:buFont typeface="Fira Sans"/>
              <a:buChar char="●"/>
              <a:defRPr>
                <a:latin typeface="Fira Sans"/>
                <a:ea typeface="Fira Sans"/>
                <a:cs typeface="Fira Sans"/>
                <a:sym typeface="Fira Sans"/>
              </a:defRPr>
            </a:lvl7pPr>
            <a:lvl8pPr indent="-317500" lvl="7" marL="3657600">
              <a:lnSpc>
                <a:spcPct val="100000"/>
              </a:lnSpc>
              <a:spcBef>
                <a:spcPts val="0"/>
              </a:spcBef>
              <a:spcAft>
                <a:spcPts val="0"/>
              </a:spcAft>
              <a:buSzPts val="1400"/>
              <a:buFont typeface="Fira Sans"/>
              <a:buChar char="○"/>
              <a:defRPr>
                <a:latin typeface="Fira Sans"/>
                <a:ea typeface="Fira Sans"/>
                <a:cs typeface="Fira Sans"/>
                <a:sym typeface="Fira Sans"/>
              </a:defRPr>
            </a:lvl8pPr>
            <a:lvl9pPr indent="-317500" lvl="8" marL="4114800">
              <a:lnSpc>
                <a:spcPct val="100000"/>
              </a:lnSpc>
              <a:spcBef>
                <a:spcPts val="0"/>
              </a:spcBef>
              <a:spcAft>
                <a:spcPts val="0"/>
              </a:spcAft>
              <a:buSzPts val="1400"/>
              <a:buFont typeface="Fira Sans"/>
              <a:buChar char="■"/>
              <a:defRPr>
                <a:latin typeface="Fira Sans"/>
                <a:ea typeface="Fira Sans"/>
                <a:cs typeface="Fira Sans"/>
                <a:sym typeface="Fira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2" name="Shape 132"/>
        <p:cNvGrpSpPr/>
        <p:nvPr/>
      </p:nvGrpSpPr>
      <p:grpSpPr>
        <a:xfrm>
          <a:off x="0" y="0"/>
          <a:ext cx="0" cy="0"/>
          <a:chOff x="0" y="0"/>
          <a:chExt cx="0" cy="0"/>
        </a:xfrm>
      </p:grpSpPr>
      <p:sp>
        <p:nvSpPr>
          <p:cNvPr id="133" name="Google Shape;133;p28"/>
          <p:cNvSpPr/>
          <p:nvPr/>
        </p:nvSpPr>
        <p:spPr>
          <a:xfrm rot="10800000">
            <a:off x="200" y="4439973"/>
            <a:ext cx="9143700" cy="272700"/>
          </a:xfrm>
          <a:prstGeom prst="rect">
            <a:avLst/>
          </a:prstGeom>
          <a:solidFill>
            <a:srgbClr val="0588CB"/>
          </a:solidFill>
          <a:ln cap="flat" cmpd="sng" w="9525">
            <a:solidFill>
              <a:srgbClr val="058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8"/>
          <p:cNvSpPr/>
          <p:nvPr/>
        </p:nvSpPr>
        <p:spPr>
          <a:xfrm rot="10800000">
            <a:off x="200" y="4870798"/>
            <a:ext cx="9143700" cy="272700"/>
          </a:xfrm>
          <a:prstGeom prst="rect">
            <a:avLst/>
          </a:prstGeom>
          <a:solidFill>
            <a:srgbClr val="0588CB"/>
          </a:solidFill>
          <a:ln cap="flat" cmpd="sng" w="9525">
            <a:solidFill>
              <a:srgbClr val="058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8"/>
          <p:cNvSpPr/>
          <p:nvPr/>
        </p:nvSpPr>
        <p:spPr>
          <a:xfrm rot="10800000">
            <a:off x="200" y="-2"/>
            <a:ext cx="9143700" cy="272700"/>
          </a:xfrm>
          <a:prstGeom prst="rect">
            <a:avLst/>
          </a:prstGeom>
          <a:solidFill>
            <a:srgbClr val="0588CB"/>
          </a:solidFill>
          <a:ln cap="flat" cmpd="sng" w="9525">
            <a:solidFill>
              <a:srgbClr val="0588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8"/>
          <p:cNvSpPr txBox="1"/>
          <p:nvPr>
            <p:ph type="title"/>
          </p:nvPr>
        </p:nvSpPr>
        <p:spPr>
          <a:xfrm>
            <a:off x="1815525" y="1303375"/>
            <a:ext cx="5513100" cy="2445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0"/>
              <a:buNone/>
              <a:defRPr sz="80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29"/>
          <p:cNvSpPr txBox="1"/>
          <p:nvPr>
            <p:ph type="title"/>
          </p:nvPr>
        </p:nvSpPr>
        <p:spPr>
          <a:xfrm>
            <a:off x="1882350" y="965525"/>
            <a:ext cx="5379300" cy="7902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4200"/>
              <a:buNone/>
              <a:defRPr sz="4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39" name="Google Shape;139;p29"/>
          <p:cNvSpPr txBox="1"/>
          <p:nvPr>
            <p:ph idx="1" type="subTitle"/>
          </p:nvPr>
        </p:nvSpPr>
        <p:spPr>
          <a:xfrm>
            <a:off x="1882350" y="1843425"/>
            <a:ext cx="5379300" cy="1267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grpSp>
        <p:nvGrpSpPr>
          <p:cNvPr id="140" name="Google Shape;140;p29"/>
          <p:cNvGrpSpPr/>
          <p:nvPr/>
        </p:nvGrpSpPr>
        <p:grpSpPr>
          <a:xfrm>
            <a:off x="50" y="4224601"/>
            <a:ext cx="9143700" cy="918897"/>
            <a:chOff x="50" y="4224601"/>
            <a:chExt cx="9143700" cy="918897"/>
          </a:xfrm>
        </p:grpSpPr>
        <p:sp>
          <p:nvSpPr>
            <p:cNvPr id="141" name="Google Shape;141;p29"/>
            <p:cNvSpPr/>
            <p:nvPr/>
          </p:nvSpPr>
          <p:spPr>
            <a:xfrm flipH="1" rot="10800000">
              <a:off x="50" y="4608598"/>
              <a:ext cx="9143700" cy="53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9"/>
            <p:cNvSpPr/>
            <p:nvPr/>
          </p:nvSpPr>
          <p:spPr>
            <a:xfrm flipH="1" rot="10800000">
              <a:off x="50" y="4224601"/>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noFill/>
      </p:bgPr>
    </p:bg>
    <p:spTree>
      <p:nvGrpSpPr>
        <p:cNvPr id="143" name="Shape 143"/>
        <p:cNvGrpSpPr/>
        <p:nvPr/>
      </p:nvGrpSpPr>
      <p:grpSpPr>
        <a:xfrm>
          <a:off x="0" y="0"/>
          <a:ext cx="0" cy="0"/>
          <a:chOff x="0" y="0"/>
          <a:chExt cx="0" cy="0"/>
        </a:xfrm>
      </p:grpSpPr>
      <p:sp>
        <p:nvSpPr>
          <p:cNvPr id="144" name="Google Shape;144;p30"/>
          <p:cNvSpPr txBox="1"/>
          <p:nvPr>
            <p:ph idx="1" type="body"/>
          </p:nvPr>
        </p:nvSpPr>
        <p:spPr>
          <a:xfrm>
            <a:off x="1417500" y="3459725"/>
            <a:ext cx="6309000" cy="1281600"/>
          </a:xfrm>
          <a:prstGeom prst="rect">
            <a:avLst/>
          </a:prstGeom>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400"/>
              <a:buNone/>
              <a:defRPr b="1" sz="3000">
                <a:solidFill>
                  <a:schemeClr val="lt1"/>
                </a:solidFill>
                <a:latin typeface="Space Mono"/>
                <a:ea typeface="Space Mono"/>
                <a:cs typeface="Space Mono"/>
                <a:sym typeface="Space Mono"/>
              </a:defRPr>
            </a:lvl1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5" name="Shape 145"/>
        <p:cNvGrpSpPr/>
        <p:nvPr/>
      </p:nvGrpSpPr>
      <p:grpSpPr>
        <a:xfrm>
          <a:off x="0" y="0"/>
          <a:ext cx="0" cy="0"/>
          <a:chOff x="0" y="0"/>
          <a:chExt cx="0" cy="0"/>
        </a:xfrm>
      </p:grpSpPr>
      <p:sp>
        <p:nvSpPr>
          <p:cNvPr id="146" name="Google Shape;146;p31"/>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1"/>
          <p:cNvSpPr/>
          <p:nvPr/>
        </p:nvSpPr>
        <p:spPr>
          <a:xfrm>
            <a:off x="100" y="4308400"/>
            <a:ext cx="9144000" cy="443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1"/>
          <p:cNvSpPr txBox="1"/>
          <p:nvPr>
            <p:ph hasCustomPrompt="1" type="title"/>
          </p:nvPr>
        </p:nvSpPr>
        <p:spPr>
          <a:xfrm>
            <a:off x="2404450" y="1545400"/>
            <a:ext cx="4335000" cy="12267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7000"/>
              <a:buNone/>
              <a:defRPr sz="9000"/>
            </a:lvl1pPr>
            <a:lvl2pPr lvl="1" algn="ctr">
              <a:spcBef>
                <a:spcPts val="0"/>
              </a:spcBef>
              <a:spcAft>
                <a:spcPts val="0"/>
              </a:spcAft>
              <a:buSzPts val="7000"/>
              <a:buFont typeface="Space Mono"/>
              <a:buNone/>
              <a:defRPr sz="7000">
                <a:latin typeface="Space Mono"/>
                <a:ea typeface="Space Mono"/>
                <a:cs typeface="Space Mono"/>
                <a:sym typeface="Space Mono"/>
              </a:defRPr>
            </a:lvl2pPr>
            <a:lvl3pPr lvl="2" algn="ctr">
              <a:spcBef>
                <a:spcPts val="0"/>
              </a:spcBef>
              <a:spcAft>
                <a:spcPts val="0"/>
              </a:spcAft>
              <a:buSzPts val="7000"/>
              <a:buFont typeface="Space Mono"/>
              <a:buNone/>
              <a:defRPr sz="7000">
                <a:latin typeface="Space Mono"/>
                <a:ea typeface="Space Mono"/>
                <a:cs typeface="Space Mono"/>
                <a:sym typeface="Space Mono"/>
              </a:defRPr>
            </a:lvl3pPr>
            <a:lvl4pPr lvl="3" algn="ctr">
              <a:spcBef>
                <a:spcPts val="0"/>
              </a:spcBef>
              <a:spcAft>
                <a:spcPts val="0"/>
              </a:spcAft>
              <a:buSzPts val="7000"/>
              <a:buFont typeface="Space Mono"/>
              <a:buNone/>
              <a:defRPr sz="7000">
                <a:latin typeface="Space Mono"/>
                <a:ea typeface="Space Mono"/>
                <a:cs typeface="Space Mono"/>
                <a:sym typeface="Space Mono"/>
              </a:defRPr>
            </a:lvl4pPr>
            <a:lvl5pPr lvl="4" algn="ctr">
              <a:spcBef>
                <a:spcPts val="0"/>
              </a:spcBef>
              <a:spcAft>
                <a:spcPts val="0"/>
              </a:spcAft>
              <a:buSzPts val="7000"/>
              <a:buFont typeface="Space Mono"/>
              <a:buNone/>
              <a:defRPr sz="7000">
                <a:latin typeface="Space Mono"/>
                <a:ea typeface="Space Mono"/>
                <a:cs typeface="Space Mono"/>
                <a:sym typeface="Space Mono"/>
              </a:defRPr>
            </a:lvl5pPr>
            <a:lvl6pPr lvl="5" algn="ctr">
              <a:spcBef>
                <a:spcPts val="0"/>
              </a:spcBef>
              <a:spcAft>
                <a:spcPts val="0"/>
              </a:spcAft>
              <a:buSzPts val="7000"/>
              <a:buFont typeface="Space Mono"/>
              <a:buNone/>
              <a:defRPr sz="7000">
                <a:latin typeface="Space Mono"/>
                <a:ea typeface="Space Mono"/>
                <a:cs typeface="Space Mono"/>
                <a:sym typeface="Space Mono"/>
              </a:defRPr>
            </a:lvl6pPr>
            <a:lvl7pPr lvl="6" algn="ctr">
              <a:spcBef>
                <a:spcPts val="0"/>
              </a:spcBef>
              <a:spcAft>
                <a:spcPts val="0"/>
              </a:spcAft>
              <a:buSzPts val="7000"/>
              <a:buFont typeface="Space Mono"/>
              <a:buNone/>
              <a:defRPr sz="7000">
                <a:latin typeface="Space Mono"/>
                <a:ea typeface="Space Mono"/>
                <a:cs typeface="Space Mono"/>
                <a:sym typeface="Space Mono"/>
              </a:defRPr>
            </a:lvl7pPr>
            <a:lvl8pPr lvl="7" algn="ctr">
              <a:spcBef>
                <a:spcPts val="0"/>
              </a:spcBef>
              <a:spcAft>
                <a:spcPts val="0"/>
              </a:spcAft>
              <a:buSzPts val="7000"/>
              <a:buFont typeface="Space Mono"/>
              <a:buNone/>
              <a:defRPr sz="7000">
                <a:latin typeface="Space Mono"/>
                <a:ea typeface="Space Mono"/>
                <a:cs typeface="Space Mono"/>
                <a:sym typeface="Space Mono"/>
              </a:defRPr>
            </a:lvl8pPr>
            <a:lvl9pPr lvl="8" algn="ctr">
              <a:spcBef>
                <a:spcPts val="0"/>
              </a:spcBef>
              <a:spcAft>
                <a:spcPts val="0"/>
              </a:spcAft>
              <a:buSzPts val="7000"/>
              <a:buFont typeface="Space Mono"/>
              <a:buNone/>
              <a:defRPr sz="7000">
                <a:latin typeface="Space Mono"/>
                <a:ea typeface="Space Mono"/>
                <a:cs typeface="Space Mono"/>
                <a:sym typeface="Space Mono"/>
              </a:defRPr>
            </a:lvl9pPr>
          </a:lstStyle>
          <a:p>
            <a:r>
              <a:t>xx%</a:t>
            </a:r>
          </a:p>
        </p:txBody>
      </p:sp>
      <p:sp>
        <p:nvSpPr>
          <p:cNvPr id="149" name="Google Shape;149;p31"/>
          <p:cNvSpPr txBox="1"/>
          <p:nvPr>
            <p:ph idx="1" type="subTitle"/>
          </p:nvPr>
        </p:nvSpPr>
        <p:spPr>
          <a:xfrm flipH="1">
            <a:off x="2404550" y="2924250"/>
            <a:ext cx="4335000" cy="4431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800"/>
            </a:lvl1pPr>
            <a:lvl2pPr lvl="1" algn="r">
              <a:lnSpc>
                <a:spcPct val="100000"/>
              </a:lnSpc>
              <a:spcBef>
                <a:spcPts val="0"/>
              </a:spcBef>
              <a:spcAft>
                <a:spcPts val="0"/>
              </a:spcAft>
              <a:buSzPts val="1600"/>
              <a:buNone/>
              <a:defRPr sz="1600"/>
            </a:lvl2pPr>
            <a:lvl3pPr lvl="2" algn="r">
              <a:lnSpc>
                <a:spcPct val="100000"/>
              </a:lnSpc>
              <a:spcBef>
                <a:spcPts val="0"/>
              </a:spcBef>
              <a:spcAft>
                <a:spcPts val="0"/>
              </a:spcAft>
              <a:buSzPts val="1600"/>
              <a:buNone/>
              <a:defRPr sz="1600"/>
            </a:lvl3pPr>
            <a:lvl4pPr lvl="3" algn="r">
              <a:lnSpc>
                <a:spcPct val="100000"/>
              </a:lnSpc>
              <a:spcBef>
                <a:spcPts val="0"/>
              </a:spcBef>
              <a:spcAft>
                <a:spcPts val="0"/>
              </a:spcAft>
              <a:buSzPts val="1600"/>
              <a:buNone/>
              <a:defRPr sz="1600"/>
            </a:lvl4pPr>
            <a:lvl5pPr lvl="4" algn="r">
              <a:lnSpc>
                <a:spcPct val="100000"/>
              </a:lnSpc>
              <a:spcBef>
                <a:spcPts val="0"/>
              </a:spcBef>
              <a:spcAft>
                <a:spcPts val="0"/>
              </a:spcAft>
              <a:buSzPts val="1600"/>
              <a:buNone/>
              <a:defRPr sz="1600"/>
            </a:lvl5pPr>
            <a:lvl6pPr lvl="5" algn="r">
              <a:lnSpc>
                <a:spcPct val="100000"/>
              </a:lnSpc>
              <a:spcBef>
                <a:spcPts val="0"/>
              </a:spcBef>
              <a:spcAft>
                <a:spcPts val="0"/>
              </a:spcAft>
              <a:buSzPts val="1600"/>
              <a:buNone/>
              <a:defRPr sz="1600"/>
            </a:lvl6pPr>
            <a:lvl7pPr lvl="6" algn="r">
              <a:lnSpc>
                <a:spcPct val="100000"/>
              </a:lnSpc>
              <a:spcBef>
                <a:spcPts val="0"/>
              </a:spcBef>
              <a:spcAft>
                <a:spcPts val="0"/>
              </a:spcAft>
              <a:buSzPts val="1600"/>
              <a:buNone/>
              <a:defRPr sz="1600"/>
            </a:lvl7pPr>
            <a:lvl8pPr lvl="7" algn="r">
              <a:lnSpc>
                <a:spcPct val="100000"/>
              </a:lnSpc>
              <a:spcBef>
                <a:spcPts val="0"/>
              </a:spcBef>
              <a:spcAft>
                <a:spcPts val="0"/>
              </a:spcAft>
              <a:buSzPts val="1600"/>
              <a:buNone/>
              <a:defRPr sz="1600"/>
            </a:lvl8pPr>
            <a:lvl9pPr lvl="8" algn="r">
              <a:lnSpc>
                <a:spcPct val="100000"/>
              </a:lnSpc>
              <a:spcBef>
                <a:spcPts val="0"/>
              </a:spcBef>
              <a:spcAft>
                <a:spcPts val="0"/>
              </a:spcAft>
              <a:buSzPts val="1600"/>
              <a:buNone/>
              <a:defRPr sz="16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50" name="Shape 150"/>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51" name="Shape 151"/>
        <p:cNvGrpSpPr/>
        <p:nvPr/>
      </p:nvGrpSpPr>
      <p:grpSpPr>
        <a:xfrm>
          <a:off x="0" y="0"/>
          <a:ext cx="0" cy="0"/>
          <a:chOff x="0" y="0"/>
          <a:chExt cx="0" cy="0"/>
        </a:xfrm>
      </p:grpSpPr>
      <p:sp>
        <p:nvSpPr>
          <p:cNvPr id="152" name="Google Shape;152;p33"/>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3"/>
          <p:cNvSpPr txBox="1"/>
          <p:nvPr>
            <p:ph hasCustomPrompt="1" type="title"/>
          </p:nvPr>
        </p:nvSpPr>
        <p:spPr>
          <a:xfrm>
            <a:off x="713226" y="1974275"/>
            <a:ext cx="696300" cy="443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Font typeface="Space Mono"/>
              <a:buNone/>
              <a:defRPr b="1" sz="3000">
                <a:latin typeface="Space Mono"/>
                <a:ea typeface="Space Mono"/>
                <a:cs typeface="Space Mono"/>
                <a:sym typeface="Space Mono"/>
              </a:defRPr>
            </a:lvl2pPr>
            <a:lvl3pPr lvl="2">
              <a:spcBef>
                <a:spcPts val="0"/>
              </a:spcBef>
              <a:spcAft>
                <a:spcPts val="0"/>
              </a:spcAft>
              <a:buSzPts val="3000"/>
              <a:buFont typeface="Space Mono"/>
              <a:buNone/>
              <a:defRPr b="1" sz="3000">
                <a:latin typeface="Space Mono"/>
                <a:ea typeface="Space Mono"/>
                <a:cs typeface="Space Mono"/>
                <a:sym typeface="Space Mono"/>
              </a:defRPr>
            </a:lvl3pPr>
            <a:lvl4pPr lvl="3">
              <a:spcBef>
                <a:spcPts val="0"/>
              </a:spcBef>
              <a:spcAft>
                <a:spcPts val="0"/>
              </a:spcAft>
              <a:buSzPts val="3000"/>
              <a:buFont typeface="Space Mono"/>
              <a:buNone/>
              <a:defRPr b="1" sz="3000">
                <a:latin typeface="Space Mono"/>
                <a:ea typeface="Space Mono"/>
                <a:cs typeface="Space Mono"/>
                <a:sym typeface="Space Mono"/>
              </a:defRPr>
            </a:lvl4pPr>
            <a:lvl5pPr lvl="4">
              <a:spcBef>
                <a:spcPts val="0"/>
              </a:spcBef>
              <a:spcAft>
                <a:spcPts val="0"/>
              </a:spcAft>
              <a:buSzPts val="3000"/>
              <a:buFont typeface="Space Mono"/>
              <a:buNone/>
              <a:defRPr b="1" sz="3000">
                <a:latin typeface="Space Mono"/>
                <a:ea typeface="Space Mono"/>
                <a:cs typeface="Space Mono"/>
                <a:sym typeface="Space Mono"/>
              </a:defRPr>
            </a:lvl5pPr>
            <a:lvl6pPr lvl="5">
              <a:spcBef>
                <a:spcPts val="0"/>
              </a:spcBef>
              <a:spcAft>
                <a:spcPts val="0"/>
              </a:spcAft>
              <a:buSzPts val="3000"/>
              <a:buFont typeface="Space Mono"/>
              <a:buNone/>
              <a:defRPr b="1" sz="3000">
                <a:latin typeface="Space Mono"/>
                <a:ea typeface="Space Mono"/>
                <a:cs typeface="Space Mono"/>
                <a:sym typeface="Space Mono"/>
              </a:defRPr>
            </a:lvl6pPr>
            <a:lvl7pPr lvl="6">
              <a:spcBef>
                <a:spcPts val="0"/>
              </a:spcBef>
              <a:spcAft>
                <a:spcPts val="0"/>
              </a:spcAft>
              <a:buSzPts val="3000"/>
              <a:buFont typeface="Space Mono"/>
              <a:buNone/>
              <a:defRPr b="1" sz="3000">
                <a:latin typeface="Space Mono"/>
                <a:ea typeface="Space Mono"/>
                <a:cs typeface="Space Mono"/>
                <a:sym typeface="Space Mono"/>
              </a:defRPr>
            </a:lvl7pPr>
            <a:lvl8pPr lvl="7">
              <a:spcBef>
                <a:spcPts val="0"/>
              </a:spcBef>
              <a:spcAft>
                <a:spcPts val="0"/>
              </a:spcAft>
              <a:buSzPts val="3000"/>
              <a:buFont typeface="Space Mono"/>
              <a:buNone/>
              <a:defRPr b="1" sz="3000">
                <a:latin typeface="Space Mono"/>
                <a:ea typeface="Space Mono"/>
                <a:cs typeface="Space Mono"/>
                <a:sym typeface="Space Mono"/>
              </a:defRPr>
            </a:lvl8pPr>
            <a:lvl9pPr lvl="8">
              <a:spcBef>
                <a:spcPts val="0"/>
              </a:spcBef>
              <a:spcAft>
                <a:spcPts val="0"/>
              </a:spcAft>
              <a:buSzPts val="3000"/>
              <a:buFont typeface="Space Mono"/>
              <a:buNone/>
              <a:defRPr b="1" sz="3000">
                <a:latin typeface="Space Mono"/>
                <a:ea typeface="Space Mono"/>
                <a:cs typeface="Space Mono"/>
                <a:sym typeface="Space Mono"/>
              </a:defRPr>
            </a:lvl9pPr>
          </a:lstStyle>
          <a:p>
            <a:r>
              <a:t>xx%</a:t>
            </a:r>
          </a:p>
        </p:txBody>
      </p:sp>
      <p:sp>
        <p:nvSpPr>
          <p:cNvPr id="154" name="Google Shape;154;p33"/>
          <p:cNvSpPr txBox="1"/>
          <p:nvPr>
            <p:ph hasCustomPrompt="1" idx="2" type="title"/>
          </p:nvPr>
        </p:nvSpPr>
        <p:spPr>
          <a:xfrm>
            <a:off x="713226" y="2522000"/>
            <a:ext cx="696300" cy="443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Font typeface="Space Mono"/>
              <a:buNone/>
              <a:defRPr b="1" sz="3000">
                <a:latin typeface="Space Mono"/>
                <a:ea typeface="Space Mono"/>
                <a:cs typeface="Space Mono"/>
                <a:sym typeface="Space Mono"/>
              </a:defRPr>
            </a:lvl2pPr>
            <a:lvl3pPr lvl="2">
              <a:spcBef>
                <a:spcPts val="0"/>
              </a:spcBef>
              <a:spcAft>
                <a:spcPts val="0"/>
              </a:spcAft>
              <a:buSzPts val="3000"/>
              <a:buFont typeface="Space Mono"/>
              <a:buNone/>
              <a:defRPr b="1" sz="3000">
                <a:latin typeface="Space Mono"/>
                <a:ea typeface="Space Mono"/>
                <a:cs typeface="Space Mono"/>
                <a:sym typeface="Space Mono"/>
              </a:defRPr>
            </a:lvl3pPr>
            <a:lvl4pPr lvl="3">
              <a:spcBef>
                <a:spcPts val="0"/>
              </a:spcBef>
              <a:spcAft>
                <a:spcPts val="0"/>
              </a:spcAft>
              <a:buSzPts val="3000"/>
              <a:buFont typeface="Space Mono"/>
              <a:buNone/>
              <a:defRPr b="1" sz="3000">
                <a:latin typeface="Space Mono"/>
                <a:ea typeface="Space Mono"/>
                <a:cs typeface="Space Mono"/>
                <a:sym typeface="Space Mono"/>
              </a:defRPr>
            </a:lvl4pPr>
            <a:lvl5pPr lvl="4">
              <a:spcBef>
                <a:spcPts val="0"/>
              </a:spcBef>
              <a:spcAft>
                <a:spcPts val="0"/>
              </a:spcAft>
              <a:buSzPts val="3000"/>
              <a:buFont typeface="Space Mono"/>
              <a:buNone/>
              <a:defRPr b="1" sz="3000">
                <a:latin typeface="Space Mono"/>
                <a:ea typeface="Space Mono"/>
                <a:cs typeface="Space Mono"/>
                <a:sym typeface="Space Mono"/>
              </a:defRPr>
            </a:lvl5pPr>
            <a:lvl6pPr lvl="5">
              <a:spcBef>
                <a:spcPts val="0"/>
              </a:spcBef>
              <a:spcAft>
                <a:spcPts val="0"/>
              </a:spcAft>
              <a:buSzPts val="3000"/>
              <a:buFont typeface="Space Mono"/>
              <a:buNone/>
              <a:defRPr b="1" sz="3000">
                <a:latin typeface="Space Mono"/>
                <a:ea typeface="Space Mono"/>
                <a:cs typeface="Space Mono"/>
                <a:sym typeface="Space Mono"/>
              </a:defRPr>
            </a:lvl6pPr>
            <a:lvl7pPr lvl="6">
              <a:spcBef>
                <a:spcPts val="0"/>
              </a:spcBef>
              <a:spcAft>
                <a:spcPts val="0"/>
              </a:spcAft>
              <a:buSzPts val="3000"/>
              <a:buFont typeface="Space Mono"/>
              <a:buNone/>
              <a:defRPr b="1" sz="3000">
                <a:latin typeface="Space Mono"/>
                <a:ea typeface="Space Mono"/>
                <a:cs typeface="Space Mono"/>
                <a:sym typeface="Space Mono"/>
              </a:defRPr>
            </a:lvl7pPr>
            <a:lvl8pPr lvl="7">
              <a:spcBef>
                <a:spcPts val="0"/>
              </a:spcBef>
              <a:spcAft>
                <a:spcPts val="0"/>
              </a:spcAft>
              <a:buSzPts val="3000"/>
              <a:buFont typeface="Space Mono"/>
              <a:buNone/>
              <a:defRPr b="1" sz="3000">
                <a:latin typeface="Space Mono"/>
                <a:ea typeface="Space Mono"/>
                <a:cs typeface="Space Mono"/>
                <a:sym typeface="Space Mono"/>
              </a:defRPr>
            </a:lvl8pPr>
            <a:lvl9pPr lvl="8">
              <a:spcBef>
                <a:spcPts val="0"/>
              </a:spcBef>
              <a:spcAft>
                <a:spcPts val="0"/>
              </a:spcAft>
              <a:buSzPts val="3000"/>
              <a:buFont typeface="Space Mono"/>
              <a:buNone/>
              <a:defRPr b="1" sz="3000">
                <a:latin typeface="Space Mono"/>
                <a:ea typeface="Space Mono"/>
                <a:cs typeface="Space Mono"/>
                <a:sym typeface="Space Mono"/>
              </a:defRPr>
            </a:lvl9pPr>
          </a:lstStyle>
          <a:p>
            <a:r>
              <a:t>xx%</a:t>
            </a:r>
          </a:p>
        </p:txBody>
      </p:sp>
      <p:sp>
        <p:nvSpPr>
          <p:cNvPr id="155" name="Google Shape;155;p33"/>
          <p:cNvSpPr txBox="1"/>
          <p:nvPr>
            <p:ph hasCustomPrompt="1" idx="3" type="title"/>
          </p:nvPr>
        </p:nvSpPr>
        <p:spPr>
          <a:xfrm>
            <a:off x="713229" y="3617450"/>
            <a:ext cx="696300" cy="443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Font typeface="Space Mono"/>
              <a:buNone/>
              <a:defRPr b="1" sz="3000">
                <a:latin typeface="Space Mono"/>
                <a:ea typeface="Space Mono"/>
                <a:cs typeface="Space Mono"/>
                <a:sym typeface="Space Mono"/>
              </a:defRPr>
            </a:lvl2pPr>
            <a:lvl3pPr lvl="2">
              <a:spcBef>
                <a:spcPts val="0"/>
              </a:spcBef>
              <a:spcAft>
                <a:spcPts val="0"/>
              </a:spcAft>
              <a:buSzPts val="3000"/>
              <a:buFont typeface="Space Mono"/>
              <a:buNone/>
              <a:defRPr b="1" sz="3000">
                <a:latin typeface="Space Mono"/>
                <a:ea typeface="Space Mono"/>
                <a:cs typeface="Space Mono"/>
                <a:sym typeface="Space Mono"/>
              </a:defRPr>
            </a:lvl3pPr>
            <a:lvl4pPr lvl="3">
              <a:spcBef>
                <a:spcPts val="0"/>
              </a:spcBef>
              <a:spcAft>
                <a:spcPts val="0"/>
              </a:spcAft>
              <a:buSzPts val="3000"/>
              <a:buFont typeface="Space Mono"/>
              <a:buNone/>
              <a:defRPr b="1" sz="3000">
                <a:latin typeface="Space Mono"/>
                <a:ea typeface="Space Mono"/>
                <a:cs typeface="Space Mono"/>
                <a:sym typeface="Space Mono"/>
              </a:defRPr>
            </a:lvl4pPr>
            <a:lvl5pPr lvl="4">
              <a:spcBef>
                <a:spcPts val="0"/>
              </a:spcBef>
              <a:spcAft>
                <a:spcPts val="0"/>
              </a:spcAft>
              <a:buSzPts val="3000"/>
              <a:buFont typeface="Space Mono"/>
              <a:buNone/>
              <a:defRPr b="1" sz="3000">
                <a:latin typeface="Space Mono"/>
                <a:ea typeface="Space Mono"/>
                <a:cs typeface="Space Mono"/>
                <a:sym typeface="Space Mono"/>
              </a:defRPr>
            </a:lvl5pPr>
            <a:lvl6pPr lvl="5">
              <a:spcBef>
                <a:spcPts val="0"/>
              </a:spcBef>
              <a:spcAft>
                <a:spcPts val="0"/>
              </a:spcAft>
              <a:buSzPts val="3000"/>
              <a:buFont typeface="Space Mono"/>
              <a:buNone/>
              <a:defRPr b="1" sz="3000">
                <a:latin typeface="Space Mono"/>
                <a:ea typeface="Space Mono"/>
                <a:cs typeface="Space Mono"/>
                <a:sym typeface="Space Mono"/>
              </a:defRPr>
            </a:lvl6pPr>
            <a:lvl7pPr lvl="6">
              <a:spcBef>
                <a:spcPts val="0"/>
              </a:spcBef>
              <a:spcAft>
                <a:spcPts val="0"/>
              </a:spcAft>
              <a:buSzPts val="3000"/>
              <a:buFont typeface="Space Mono"/>
              <a:buNone/>
              <a:defRPr b="1" sz="3000">
                <a:latin typeface="Space Mono"/>
                <a:ea typeface="Space Mono"/>
                <a:cs typeface="Space Mono"/>
                <a:sym typeface="Space Mono"/>
              </a:defRPr>
            </a:lvl7pPr>
            <a:lvl8pPr lvl="7">
              <a:spcBef>
                <a:spcPts val="0"/>
              </a:spcBef>
              <a:spcAft>
                <a:spcPts val="0"/>
              </a:spcAft>
              <a:buSzPts val="3000"/>
              <a:buFont typeface="Space Mono"/>
              <a:buNone/>
              <a:defRPr b="1" sz="3000">
                <a:latin typeface="Space Mono"/>
                <a:ea typeface="Space Mono"/>
                <a:cs typeface="Space Mono"/>
                <a:sym typeface="Space Mono"/>
              </a:defRPr>
            </a:lvl8pPr>
            <a:lvl9pPr lvl="8">
              <a:spcBef>
                <a:spcPts val="0"/>
              </a:spcBef>
              <a:spcAft>
                <a:spcPts val="0"/>
              </a:spcAft>
              <a:buSzPts val="3000"/>
              <a:buFont typeface="Space Mono"/>
              <a:buNone/>
              <a:defRPr b="1" sz="3000">
                <a:latin typeface="Space Mono"/>
                <a:ea typeface="Space Mono"/>
                <a:cs typeface="Space Mono"/>
                <a:sym typeface="Space Mono"/>
              </a:defRPr>
            </a:lvl9pPr>
          </a:lstStyle>
          <a:p>
            <a:r>
              <a:t>xx%</a:t>
            </a:r>
          </a:p>
        </p:txBody>
      </p:sp>
      <p:sp>
        <p:nvSpPr>
          <p:cNvPr id="156" name="Google Shape;156;p33"/>
          <p:cNvSpPr txBox="1"/>
          <p:nvPr>
            <p:ph hasCustomPrompt="1" idx="4" type="title"/>
          </p:nvPr>
        </p:nvSpPr>
        <p:spPr>
          <a:xfrm>
            <a:off x="713225" y="4165175"/>
            <a:ext cx="696300" cy="443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Font typeface="Space Mono"/>
              <a:buNone/>
              <a:defRPr b="1" sz="3000">
                <a:latin typeface="Space Mono"/>
                <a:ea typeface="Space Mono"/>
                <a:cs typeface="Space Mono"/>
                <a:sym typeface="Space Mono"/>
              </a:defRPr>
            </a:lvl2pPr>
            <a:lvl3pPr lvl="2">
              <a:spcBef>
                <a:spcPts val="0"/>
              </a:spcBef>
              <a:spcAft>
                <a:spcPts val="0"/>
              </a:spcAft>
              <a:buSzPts val="3000"/>
              <a:buFont typeface="Space Mono"/>
              <a:buNone/>
              <a:defRPr b="1" sz="3000">
                <a:latin typeface="Space Mono"/>
                <a:ea typeface="Space Mono"/>
                <a:cs typeface="Space Mono"/>
                <a:sym typeface="Space Mono"/>
              </a:defRPr>
            </a:lvl3pPr>
            <a:lvl4pPr lvl="3">
              <a:spcBef>
                <a:spcPts val="0"/>
              </a:spcBef>
              <a:spcAft>
                <a:spcPts val="0"/>
              </a:spcAft>
              <a:buSzPts val="3000"/>
              <a:buFont typeface="Space Mono"/>
              <a:buNone/>
              <a:defRPr b="1" sz="3000">
                <a:latin typeface="Space Mono"/>
                <a:ea typeface="Space Mono"/>
                <a:cs typeface="Space Mono"/>
                <a:sym typeface="Space Mono"/>
              </a:defRPr>
            </a:lvl4pPr>
            <a:lvl5pPr lvl="4">
              <a:spcBef>
                <a:spcPts val="0"/>
              </a:spcBef>
              <a:spcAft>
                <a:spcPts val="0"/>
              </a:spcAft>
              <a:buSzPts val="3000"/>
              <a:buFont typeface="Space Mono"/>
              <a:buNone/>
              <a:defRPr b="1" sz="3000">
                <a:latin typeface="Space Mono"/>
                <a:ea typeface="Space Mono"/>
                <a:cs typeface="Space Mono"/>
                <a:sym typeface="Space Mono"/>
              </a:defRPr>
            </a:lvl5pPr>
            <a:lvl6pPr lvl="5">
              <a:spcBef>
                <a:spcPts val="0"/>
              </a:spcBef>
              <a:spcAft>
                <a:spcPts val="0"/>
              </a:spcAft>
              <a:buSzPts val="3000"/>
              <a:buFont typeface="Space Mono"/>
              <a:buNone/>
              <a:defRPr b="1" sz="3000">
                <a:latin typeface="Space Mono"/>
                <a:ea typeface="Space Mono"/>
                <a:cs typeface="Space Mono"/>
                <a:sym typeface="Space Mono"/>
              </a:defRPr>
            </a:lvl6pPr>
            <a:lvl7pPr lvl="6">
              <a:spcBef>
                <a:spcPts val="0"/>
              </a:spcBef>
              <a:spcAft>
                <a:spcPts val="0"/>
              </a:spcAft>
              <a:buSzPts val="3000"/>
              <a:buFont typeface="Space Mono"/>
              <a:buNone/>
              <a:defRPr b="1" sz="3000">
                <a:latin typeface="Space Mono"/>
                <a:ea typeface="Space Mono"/>
                <a:cs typeface="Space Mono"/>
                <a:sym typeface="Space Mono"/>
              </a:defRPr>
            </a:lvl7pPr>
            <a:lvl8pPr lvl="7">
              <a:spcBef>
                <a:spcPts val="0"/>
              </a:spcBef>
              <a:spcAft>
                <a:spcPts val="0"/>
              </a:spcAft>
              <a:buSzPts val="3000"/>
              <a:buFont typeface="Space Mono"/>
              <a:buNone/>
              <a:defRPr b="1" sz="3000">
                <a:latin typeface="Space Mono"/>
                <a:ea typeface="Space Mono"/>
                <a:cs typeface="Space Mono"/>
                <a:sym typeface="Space Mono"/>
              </a:defRPr>
            </a:lvl8pPr>
            <a:lvl9pPr lvl="8">
              <a:spcBef>
                <a:spcPts val="0"/>
              </a:spcBef>
              <a:spcAft>
                <a:spcPts val="0"/>
              </a:spcAft>
              <a:buSzPts val="3000"/>
              <a:buFont typeface="Space Mono"/>
              <a:buNone/>
              <a:defRPr b="1" sz="3000">
                <a:latin typeface="Space Mono"/>
                <a:ea typeface="Space Mono"/>
                <a:cs typeface="Space Mono"/>
                <a:sym typeface="Space Mono"/>
              </a:defRPr>
            </a:lvl9pPr>
          </a:lstStyle>
          <a:p>
            <a:r>
              <a:t>xx%</a:t>
            </a:r>
          </a:p>
        </p:txBody>
      </p:sp>
      <p:sp>
        <p:nvSpPr>
          <p:cNvPr id="157" name="Google Shape;157;p33"/>
          <p:cNvSpPr txBox="1"/>
          <p:nvPr>
            <p:ph idx="1" type="subTitle"/>
          </p:nvPr>
        </p:nvSpPr>
        <p:spPr>
          <a:xfrm>
            <a:off x="1485725" y="3617485"/>
            <a:ext cx="32043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158" name="Google Shape;158;p33"/>
          <p:cNvSpPr txBox="1"/>
          <p:nvPr>
            <p:ph idx="5" type="subTitle"/>
          </p:nvPr>
        </p:nvSpPr>
        <p:spPr>
          <a:xfrm>
            <a:off x="1485725" y="4165219"/>
            <a:ext cx="32043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159" name="Google Shape;159;p33"/>
          <p:cNvSpPr txBox="1"/>
          <p:nvPr>
            <p:ph idx="6" type="subTitle"/>
          </p:nvPr>
        </p:nvSpPr>
        <p:spPr>
          <a:xfrm>
            <a:off x="4766225" y="3617470"/>
            <a:ext cx="36648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 name="Google Shape;160;p33"/>
          <p:cNvSpPr txBox="1"/>
          <p:nvPr>
            <p:ph idx="7" type="subTitle"/>
          </p:nvPr>
        </p:nvSpPr>
        <p:spPr>
          <a:xfrm>
            <a:off x="4766225" y="4165200"/>
            <a:ext cx="36648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1" name="Google Shape;161;p33"/>
          <p:cNvSpPr txBox="1"/>
          <p:nvPr>
            <p:ph idx="8" type="subTitle"/>
          </p:nvPr>
        </p:nvSpPr>
        <p:spPr>
          <a:xfrm>
            <a:off x="1485725" y="1974284"/>
            <a:ext cx="32043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162" name="Google Shape;162;p33"/>
          <p:cNvSpPr txBox="1"/>
          <p:nvPr>
            <p:ph idx="9" type="subTitle"/>
          </p:nvPr>
        </p:nvSpPr>
        <p:spPr>
          <a:xfrm>
            <a:off x="1485725" y="2522018"/>
            <a:ext cx="32043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163" name="Google Shape;163;p33"/>
          <p:cNvSpPr txBox="1"/>
          <p:nvPr>
            <p:ph idx="13" type="subTitle"/>
          </p:nvPr>
        </p:nvSpPr>
        <p:spPr>
          <a:xfrm>
            <a:off x="4766225" y="1974280"/>
            <a:ext cx="36648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4" name="Google Shape;164;p33"/>
          <p:cNvSpPr txBox="1"/>
          <p:nvPr>
            <p:ph idx="14" type="subTitle"/>
          </p:nvPr>
        </p:nvSpPr>
        <p:spPr>
          <a:xfrm>
            <a:off x="4766225" y="2522010"/>
            <a:ext cx="36648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5" name="Google Shape;165;p33"/>
          <p:cNvSpPr txBox="1"/>
          <p:nvPr>
            <p:ph hasCustomPrompt="1" idx="15" type="title"/>
          </p:nvPr>
        </p:nvSpPr>
        <p:spPr>
          <a:xfrm>
            <a:off x="713226" y="1426550"/>
            <a:ext cx="696300" cy="443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Font typeface="Space Mono"/>
              <a:buNone/>
              <a:defRPr b="1" sz="3000">
                <a:latin typeface="Space Mono"/>
                <a:ea typeface="Space Mono"/>
                <a:cs typeface="Space Mono"/>
                <a:sym typeface="Space Mono"/>
              </a:defRPr>
            </a:lvl2pPr>
            <a:lvl3pPr lvl="2">
              <a:spcBef>
                <a:spcPts val="0"/>
              </a:spcBef>
              <a:spcAft>
                <a:spcPts val="0"/>
              </a:spcAft>
              <a:buSzPts val="3000"/>
              <a:buFont typeface="Space Mono"/>
              <a:buNone/>
              <a:defRPr b="1" sz="3000">
                <a:latin typeface="Space Mono"/>
                <a:ea typeface="Space Mono"/>
                <a:cs typeface="Space Mono"/>
                <a:sym typeface="Space Mono"/>
              </a:defRPr>
            </a:lvl3pPr>
            <a:lvl4pPr lvl="3">
              <a:spcBef>
                <a:spcPts val="0"/>
              </a:spcBef>
              <a:spcAft>
                <a:spcPts val="0"/>
              </a:spcAft>
              <a:buSzPts val="3000"/>
              <a:buFont typeface="Space Mono"/>
              <a:buNone/>
              <a:defRPr b="1" sz="3000">
                <a:latin typeface="Space Mono"/>
                <a:ea typeface="Space Mono"/>
                <a:cs typeface="Space Mono"/>
                <a:sym typeface="Space Mono"/>
              </a:defRPr>
            </a:lvl4pPr>
            <a:lvl5pPr lvl="4">
              <a:spcBef>
                <a:spcPts val="0"/>
              </a:spcBef>
              <a:spcAft>
                <a:spcPts val="0"/>
              </a:spcAft>
              <a:buSzPts val="3000"/>
              <a:buFont typeface="Space Mono"/>
              <a:buNone/>
              <a:defRPr b="1" sz="3000">
                <a:latin typeface="Space Mono"/>
                <a:ea typeface="Space Mono"/>
                <a:cs typeface="Space Mono"/>
                <a:sym typeface="Space Mono"/>
              </a:defRPr>
            </a:lvl5pPr>
            <a:lvl6pPr lvl="5">
              <a:spcBef>
                <a:spcPts val="0"/>
              </a:spcBef>
              <a:spcAft>
                <a:spcPts val="0"/>
              </a:spcAft>
              <a:buSzPts val="3000"/>
              <a:buFont typeface="Space Mono"/>
              <a:buNone/>
              <a:defRPr b="1" sz="3000">
                <a:latin typeface="Space Mono"/>
                <a:ea typeface="Space Mono"/>
                <a:cs typeface="Space Mono"/>
                <a:sym typeface="Space Mono"/>
              </a:defRPr>
            </a:lvl6pPr>
            <a:lvl7pPr lvl="6">
              <a:spcBef>
                <a:spcPts val="0"/>
              </a:spcBef>
              <a:spcAft>
                <a:spcPts val="0"/>
              </a:spcAft>
              <a:buSzPts val="3000"/>
              <a:buFont typeface="Space Mono"/>
              <a:buNone/>
              <a:defRPr b="1" sz="3000">
                <a:latin typeface="Space Mono"/>
                <a:ea typeface="Space Mono"/>
                <a:cs typeface="Space Mono"/>
                <a:sym typeface="Space Mono"/>
              </a:defRPr>
            </a:lvl7pPr>
            <a:lvl8pPr lvl="7">
              <a:spcBef>
                <a:spcPts val="0"/>
              </a:spcBef>
              <a:spcAft>
                <a:spcPts val="0"/>
              </a:spcAft>
              <a:buSzPts val="3000"/>
              <a:buFont typeface="Space Mono"/>
              <a:buNone/>
              <a:defRPr b="1" sz="3000">
                <a:latin typeface="Space Mono"/>
                <a:ea typeface="Space Mono"/>
                <a:cs typeface="Space Mono"/>
                <a:sym typeface="Space Mono"/>
              </a:defRPr>
            </a:lvl8pPr>
            <a:lvl9pPr lvl="8">
              <a:spcBef>
                <a:spcPts val="0"/>
              </a:spcBef>
              <a:spcAft>
                <a:spcPts val="0"/>
              </a:spcAft>
              <a:buSzPts val="3000"/>
              <a:buFont typeface="Space Mono"/>
              <a:buNone/>
              <a:defRPr b="1" sz="3000">
                <a:latin typeface="Space Mono"/>
                <a:ea typeface="Space Mono"/>
                <a:cs typeface="Space Mono"/>
                <a:sym typeface="Space Mono"/>
              </a:defRPr>
            </a:lvl9pPr>
          </a:lstStyle>
          <a:p>
            <a:r>
              <a:t>xx%</a:t>
            </a:r>
          </a:p>
        </p:txBody>
      </p:sp>
      <p:sp>
        <p:nvSpPr>
          <p:cNvPr id="166" name="Google Shape;166;p33"/>
          <p:cNvSpPr txBox="1"/>
          <p:nvPr>
            <p:ph hasCustomPrompt="1" idx="16" type="title"/>
          </p:nvPr>
        </p:nvSpPr>
        <p:spPr>
          <a:xfrm>
            <a:off x="713226" y="3069725"/>
            <a:ext cx="696300" cy="443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Font typeface="Space Mono"/>
              <a:buNone/>
              <a:defRPr b="1" sz="3000">
                <a:latin typeface="Space Mono"/>
                <a:ea typeface="Space Mono"/>
                <a:cs typeface="Space Mono"/>
                <a:sym typeface="Space Mono"/>
              </a:defRPr>
            </a:lvl2pPr>
            <a:lvl3pPr lvl="2">
              <a:spcBef>
                <a:spcPts val="0"/>
              </a:spcBef>
              <a:spcAft>
                <a:spcPts val="0"/>
              </a:spcAft>
              <a:buSzPts val="3000"/>
              <a:buFont typeface="Space Mono"/>
              <a:buNone/>
              <a:defRPr b="1" sz="3000">
                <a:latin typeface="Space Mono"/>
                <a:ea typeface="Space Mono"/>
                <a:cs typeface="Space Mono"/>
                <a:sym typeface="Space Mono"/>
              </a:defRPr>
            </a:lvl3pPr>
            <a:lvl4pPr lvl="3">
              <a:spcBef>
                <a:spcPts val="0"/>
              </a:spcBef>
              <a:spcAft>
                <a:spcPts val="0"/>
              </a:spcAft>
              <a:buSzPts val="3000"/>
              <a:buFont typeface="Space Mono"/>
              <a:buNone/>
              <a:defRPr b="1" sz="3000">
                <a:latin typeface="Space Mono"/>
                <a:ea typeface="Space Mono"/>
                <a:cs typeface="Space Mono"/>
                <a:sym typeface="Space Mono"/>
              </a:defRPr>
            </a:lvl4pPr>
            <a:lvl5pPr lvl="4">
              <a:spcBef>
                <a:spcPts val="0"/>
              </a:spcBef>
              <a:spcAft>
                <a:spcPts val="0"/>
              </a:spcAft>
              <a:buSzPts val="3000"/>
              <a:buFont typeface="Space Mono"/>
              <a:buNone/>
              <a:defRPr b="1" sz="3000">
                <a:latin typeface="Space Mono"/>
                <a:ea typeface="Space Mono"/>
                <a:cs typeface="Space Mono"/>
                <a:sym typeface="Space Mono"/>
              </a:defRPr>
            </a:lvl5pPr>
            <a:lvl6pPr lvl="5">
              <a:spcBef>
                <a:spcPts val="0"/>
              </a:spcBef>
              <a:spcAft>
                <a:spcPts val="0"/>
              </a:spcAft>
              <a:buSzPts val="3000"/>
              <a:buFont typeface="Space Mono"/>
              <a:buNone/>
              <a:defRPr b="1" sz="3000">
                <a:latin typeface="Space Mono"/>
                <a:ea typeface="Space Mono"/>
                <a:cs typeface="Space Mono"/>
                <a:sym typeface="Space Mono"/>
              </a:defRPr>
            </a:lvl6pPr>
            <a:lvl7pPr lvl="6">
              <a:spcBef>
                <a:spcPts val="0"/>
              </a:spcBef>
              <a:spcAft>
                <a:spcPts val="0"/>
              </a:spcAft>
              <a:buSzPts val="3000"/>
              <a:buFont typeface="Space Mono"/>
              <a:buNone/>
              <a:defRPr b="1" sz="3000">
                <a:latin typeface="Space Mono"/>
                <a:ea typeface="Space Mono"/>
                <a:cs typeface="Space Mono"/>
                <a:sym typeface="Space Mono"/>
              </a:defRPr>
            </a:lvl7pPr>
            <a:lvl8pPr lvl="7">
              <a:spcBef>
                <a:spcPts val="0"/>
              </a:spcBef>
              <a:spcAft>
                <a:spcPts val="0"/>
              </a:spcAft>
              <a:buSzPts val="3000"/>
              <a:buFont typeface="Space Mono"/>
              <a:buNone/>
              <a:defRPr b="1" sz="3000">
                <a:latin typeface="Space Mono"/>
                <a:ea typeface="Space Mono"/>
                <a:cs typeface="Space Mono"/>
                <a:sym typeface="Space Mono"/>
              </a:defRPr>
            </a:lvl8pPr>
            <a:lvl9pPr lvl="8">
              <a:spcBef>
                <a:spcPts val="0"/>
              </a:spcBef>
              <a:spcAft>
                <a:spcPts val="0"/>
              </a:spcAft>
              <a:buSzPts val="3000"/>
              <a:buFont typeface="Space Mono"/>
              <a:buNone/>
              <a:defRPr b="1" sz="3000">
                <a:latin typeface="Space Mono"/>
                <a:ea typeface="Space Mono"/>
                <a:cs typeface="Space Mono"/>
                <a:sym typeface="Space Mono"/>
              </a:defRPr>
            </a:lvl9pPr>
          </a:lstStyle>
          <a:p>
            <a:r>
              <a:t>xx%</a:t>
            </a:r>
          </a:p>
        </p:txBody>
      </p:sp>
      <p:sp>
        <p:nvSpPr>
          <p:cNvPr id="167" name="Google Shape;167;p33"/>
          <p:cNvSpPr txBox="1"/>
          <p:nvPr>
            <p:ph idx="17" type="subTitle"/>
          </p:nvPr>
        </p:nvSpPr>
        <p:spPr>
          <a:xfrm>
            <a:off x="1485725" y="3069751"/>
            <a:ext cx="32043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168" name="Google Shape;168;p33"/>
          <p:cNvSpPr txBox="1"/>
          <p:nvPr>
            <p:ph idx="18" type="subTitle"/>
          </p:nvPr>
        </p:nvSpPr>
        <p:spPr>
          <a:xfrm>
            <a:off x="4766225" y="3069740"/>
            <a:ext cx="36648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9" name="Google Shape;169;p33"/>
          <p:cNvSpPr txBox="1"/>
          <p:nvPr>
            <p:ph idx="19" type="subTitle"/>
          </p:nvPr>
        </p:nvSpPr>
        <p:spPr>
          <a:xfrm>
            <a:off x="1485725" y="1426550"/>
            <a:ext cx="32043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170" name="Google Shape;170;p33"/>
          <p:cNvSpPr txBox="1"/>
          <p:nvPr>
            <p:ph idx="20" type="subTitle"/>
          </p:nvPr>
        </p:nvSpPr>
        <p:spPr>
          <a:xfrm>
            <a:off x="4766225" y="1426550"/>
            <a:ext cx="3664800" cy="443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1" name="Google Shape;171;p33"/>
          <p:cNvSpPr txBox="1"/>
          <p:nvPr>
            <p:ph idx="21"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6">
    <p:spTree>
      <p:nvGrpSpPr>
        <p:cNvPr id="172" name="Shape 172"/>
        <p:cNvGrpSpPr/>
        <p:nvPr/>
      </p:nvGrpSpPr>
      <p:grpSpPr>
        <a:xfrm>
          <a:off x="0" y="0"/>
          <a:ext cx="0" cy="0"/>
          <a:chOff x="0" y="0"/>
          <a:chExt cx="0" cy="0"/>
        </a:xfrm>
      </p:grpSpPr>
      <p:sp>
        <p:nvSpPr>
          <p:cNvPr id="173" name="Google Shape;173;p34"/>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4"/>
          <p:cNvSpPr/>
          <p:nvPr/>
        </p:nvSpPr>
        <p:spPr>
          <a:xfrm>
            <a:off x="50" y="4146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4"/>
          <p:cNvSpPr/>
          <p:nvPr/>
        </p:nvSpPr>
        <p:spPr>
          <a:xfrm>
            <a:off x="50" y="4530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4"/>
          <p:cNvSpPr txBox="1"/>
          <p:nvPr>
            <p:ph type="title"/>
          </p:nvPr>
        </p:nvSpPr>
        <p:spPr>
          <a:xfrm>
            <a:off x="2805300" y="3185150"/>
            <a:ext cx="3533400" cy="549600"/>
          </a:xfrm>
          <a:prstGeom prst="rect">
            <a:avLst/>
          </a:prstGeom>
          <a:noFill/>
          <a:ln>
            <a:noFill/>
          </a:ln>
        </p:spPr>
        <p:txBody>
          <a:bodyPr anchorCtr="0" anchor="ctr" bIns="91425" lIns="91425" spcFirstLastPara="1" rIns="91425" wrap="square" tIns="91425">
            <a:noAutofit/>
          </a:bodyPr>
          <a:lstStyle>
            <a:lvl1pPr lvl="0" marR="38100" algn="ctr">
              <a:spcBef>
                <a:spcPts val="0"/>
              </a:spcBef>
              <a:spcAft>
                <a:spcPts val="0"/>
              </a:spcAft>
              <a:buSzPts val="2200"/>
              <a:buNone/>
              <a:defRPr sz="2000"/>
            </a:lvl1pPr>
            <a:lvl2pPr lvl="1" algn="ctr">
              <a:spcBef>
                <a:spcPts val="0"/>
              </a:spcBef>
              <a:spcAft>
                <a:spcPts val="0"/>
              </a:spcAft>
              <a:buSzPts val="1600"/>
              <a:buNone/>
              <a:defRPr b="1" sz="1600"/>
            </a:lvl2pPr>
            <a:lvl3pPr lvl="2" algn="ctr">
              <a:spcBef>
                <a:spcPts val="0"/>
              </a:spcBef>
              <a:spcAft>
                <a:spcPts val="0"/>
              </a:spcAft>
              <a:buSzPts val="1600"/>
              <a:buNone/>
              <a:defRPr b="1" sz="1600"/>
            </a:lvl3pPr>
            <a:lvl4pPr lvl="3" algn="ctr">
              <a:spcBef>
                <a:spcPts val="0"/>
              </a:spcBef>
              <a:spcAft>
                <a:spcPts val="0"/>
              </a:spcAft>
              <a:buSzPts val="1600"/>
              <a:buNone/>
              <a:defRPr b="1" sz="1600"/>
            </a:lvl4pPr>
            <a:lvl5pPr lvl="4" algn="ctr">
              <a:spcBef>
                <a:spcPts val="0"/>
              </a:spcBef>
              <a:spcAft>
                <a:spcPts val="0"/>
              </a:spcAft>
              <a:buSzPts val="1600"/>
              <a:buNone/>
              <a:defRPr b="1" sz="1600"/>
            </a:lvl5pPr>
            <a:lvl6pPr lvl="5" algn="ctr">
              <a:spcBef>
                <a:spcPts val="0"/>
              </a:spcBef>
              <a:spcAft>
                <a:spcPts val="0"/>
              </a:spcAft>
              <a:buSzPts val="1600"/>
              <a:buNone/>
              <a:defRPr b="1" sz="1600"/>
            </a:lvl6pPr>
            <a:lvl7pPr lvl="6" algn="ctr">
              <a:spcBef>
                <a:spcPts val="0"/>
              </a:spcBef>
              <a:spcAft>
                <a:spcPts val="0"/>
              </a:spcAft>
              <a:buSzPts val="1600"/>
              <a:buNone/>
              <a:defRPr b="1" sz="1600"/>
            </a:lvl7pPr>
            <a:lvl8pPr lvl="7" algn="ctr">
              <a:spcBef>
                <a:spcPts val="0"/>
              </a:spcBef>
              <a:spcAft>
                <a:spcPts val="0"/>
              </a:spcAft>
              <a:buSzPts val="1600"/>
              <a:buNone/>
              <a:defRPr b="1" sz="1600"/>
            </a:lvl8pPr>
            <a:lvl9pPr lvl="8" algn="ctr">
              <a:spcBef>
                <a:spcPts val="0"/>
              </a:spcBef>
              <a:spcAft>
                <a:spcPts val="0"/>
              </a:spcAft>
              <a:buSzPts val="1600"/>
              <a:buNone/>
              <a:defRPr b="1" sz="1600"/>
            </a:lvl9pPr>
          </a:lstStyle>
          <a:p/>
        </p:txBody>
      </p:sp>
      <p:sp>
        <p:nvSpPr>
          <p:cNvPr id="177" name="Google Shape;177;p34"/>
          <p:cNvSpPr txBox="1"/>
          <p:nvPr>
            <p:ph idx="1" type="subTitle"/>
          </p:nvPr>
        </p:nvSpPr>
        <p:spPr>
          <a:xfrm>
            <a:off x="1522800" y="1169450"/>
            <a:ext cx="6098400" cy="1710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8">
    <p:spTree>
      <p:nvGrpSpPr>
        <p:cNvPr id="178" name="Shape 178"/>
        <p:cNvGrpSpPr/>
        <p:nvPr/>
      </p:nvGrpSpPr>
      <p:grpSpPr>
        <a:xfrm>
          <a:off x="0" y="0"/>
          <a:ext cx="0" cy="0"/>
          <a:chOff x="0" y="0"/>
          <a:chExt cx="0" cy="0"/>
        </a:xfrm>
      </p:grpSpPr>
      <p:grpSp>
        <p:nvGrpSpPr>
          <p:cNvPr id="179" name="Google Shape;179;p35"/>
          <p:cNvGrpSpPr/>
          <p:nvPr/>
        </p:nvGrpSpPr>
        <p:grpSpPr>
          <a:xfrm flipH="1">
            <a:off x="375" y="4527898"/>
            <a:ext cx="9143700" cy="615600"/>
            <a:chOff x="50" y="4527898"/>
            <a:chExt cx="9143700" cy="615600"/>
          </a:xfrm>
        </p:grpSpPr>
        <p:sp>
          <p:nvSpPr>
            <p:cNvPr id="180" name="Google Shape;180;p35"/>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5"/>
            <p:cNvSpPr/>
            <p:nvPr/>
          </p:nvSpPr>
          <p:spPr>
            <a:xfrm>
              <a:off x="50" y="4527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 name="Google Shape;182;p35"/>
          <p:cNvSpPr txBox="1"/>
          <p:nvPr>
            <p:ph type="title"/>
          </p:nvPr>
        </p:nvSpPr>
        <p:spPr>
          <a:xfrm flipH="1">
            <a:off x="2101800" y="2998800"/>
            <a:ext cx="6329100" cy="8418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3" name="Google Shape;183;p35"/>
          <p:cNvSpPr txBox="1"/>
          <p:nvPr>
            <p:ph hasCustomPrompt="1" idx="2" type="title"/>
          </p:nvPr>
        </p:nvSpPr>
        <p:spPr>
          <a:xfrm flipH="1">
            <a:off x="6517800" y="1320075"/>
            <a:ext cx="1913100" cy="10227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2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84" name="Google Shape;184;p35"/>
          <p:cNvSpPr txBox="1"/>
          <p:nvPr>
            <p:ph idx="1" type="subTitle"/>
          </p:nvPr>
        </p:nvSpPr>
        <p:spPr>
          <a:xfrm flipH="1">
            <a:off x="3051450" y="3837888"/>
            <a:ext cx="5379300" cy="534900"/>
          </a:xfrm>
          <a:prstGeom prst="rect">
            <a:avLst/>
          </a:prstGeom>
          <a:noFill/>
        </p:spPr>
        <p:txBody>
          <a:bodyPr anchorCtr="0" anchor="ctr" bIns="91425" lIns="91425" spcFirstLastPara="1" rIns="91425" wrap="square" tIns="91425">
            <a:noAutofit/>
          </a:bodyPr>
          <a:lstStyle>
            <a:lvl1pPr lvl="0" algn="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185" name="Shape 185"/>
        <p:cNvGrpSpPr/>
        <p:nvPr/>
      </p:nvGrpSpPr>
      <p:grpSpPr>
        <a:xfrm>
          <a:off x="0" y="0"/>
          <a:ext cx="0" cy="0"/>
          <a:chOff x="0" y="0"/>
          <a:chExt cx="0" cy="0"/>
        </a:xfrm>
      </p:grpSpPr>
      <p:sp>
        <p:nvSpPr>
          <p:cNvPr id="186" name="Google Shape;186;p36"/>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7" name="Google Shape;187;p36"/>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9_1">
    <p:spTree>
      <p:nvGrpSpPr>
        <p:cNvPr id="188" name="Shape 188"/>
        <p:cNvGrpSpPr/>
        <p:nvPr/>
      </p:nvGrpSpPr>
      <p:grpSpPr>
        <a:xfrm>
          <a:off x="0" y="0"/>
          <a:ext cx="0" cy="0"/>
          <a:chOff x="0" y="0"/>
          <a:chExt cx="0" cy="0"/>
        </a:xfrm>
      </p:grpSpPr>
      <p:sp>
        <p:nvSpPr>
          <p:cNvPr id="189" name="Google Shape;189;p37"/>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0" name="Google Shape;190;p37"/>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9_1_1">
    <p:spTree>
      <p:nvGrpSpPr>
        <p:cNvPr id="191" name="Shape 191"/>
        <p:cNvGrpSpPr/>
        <p:nvPr/>
      </p:nvGrpSpPr>
      <p:grpSpPr>
        <a:xfrm>
          <a:off x="0" y="0"/>
          <a:ext cx="0" cy="0"/>
          <a:chOff x="0" y="0"/>
          <a:chExt cx="0" cy="0"/>
        </a:xfrm>
      </p:grpSpPr>
      <p:sp>
        <p:nvSpPr>
          <p:cNvPr id="192" name="Google Shape;192;p38"/>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8"/>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9_1_1_1">
    <p:spTree>
      <p:nvGrpSpPr>
        <p:cNvPr id="194" name="Shape 194"/>
        <p:cNvGrpSpPr/>
        <p:nvPr/>
      </p:nvGrpSpPr>
      <p:grpSpPr>
        <a:xfrm>
          <a:off x="0" y="0"/>
          <a:ext cx="0" cy="0"/>
          <a:chOff x="0" y="0"/>
          <a:chExt cx="0" cy="0"/>
        </a:xfrm>
      </p:grpSpPr>
      <p:sp>
        <p:nvSpPr>
          <p:cNvPr id="195" name="Google Shape;195;p39"/>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6" name="Google Shape;196;p39"/>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9"/>
          <p:cNvSpPr/>
          <p:nvPr/>
        </p:nvSpPr>
        <p:spPr>
          <a:xfrm>
            <a:off x="50" y="4527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9_1_1_1_1">
    <p:spTree>
      <p:nvGrpSpPr>
        <p:cNvPr id="198" name="Shape 198"/>
        <p:cNvGrpSpPr/>
        <p:nvPr/>
      </p:nvGrpSpPr>
      <p:grpSpPr>
        <a:xfrm>
          <a:off x="0" y="0"/>
          <a:ext cx="0" cy="0"/>
          <a:chOff x="0" y="0"/>
          <a:chExt cx="0" cy="0"/>
        </a:xfrm>
      </p:grpSpPr>
      <p:sp>
        <p:nvSpPr>
          <p:cNvPr id="199" name="Google Shape;199;p40"/>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0" name="Google Shape;200;p40"/>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9_1_1_1_1_1">
    <p:spTree>
      <p:nvGrpSpPr>
        <p:cNvPr id="201" name="Shape 201"/>
        <p:cNvGrpSpPr/>
        <p:nvPr/>
      </p:nvGrpSpPr>
      <p:grpSpPr>
        <a:xfrm>
          <a:off x="0" y="0"/>
          <a:ext cx="0" cy="0"/>
          <a:chOff x="0" y="0"/>
          <a:chExt cx="0" cy="0"/>
        </a:xfrm>
      </p:grpSpPr>
      <p:sp>
        <p:nvSpPr>
          <p:cNvPr id="202" name="Google Shape;202;p41"/>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3" name="Google Shape;203;p41"/>
          <p:cNvSpPr/>
          <p:nvPr/>
        </p:nvSpPr>
        <p:spPr>
          <a:xfrm>
            <a:off x="50" y="49118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9_1_1_1_1_1_1">
    <p:spTree>
      <p:nvGrpSpPr>
        <p:cNvPr id="204" name="Shape 204"/>
        <p:cNvGrpSpPr/>
        <p:nvPr/>
      </p:nvGrpSpPr>
      <p:grpSpPr>
        <a:xfrm>
          <a:off x="0" y="0"/>
          <a:ext cx="0" cy="0"/>
          <a:chOff x="0" y="0"/>
          <a:chExt cx="0" cy="0"/>
        </a:xfrm>
      </p:grpSpPr>
      <p:sp>
        <p:nvSpPr>
          <p:cNvPr id="205" name="Google Shape;205;p42"/>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6" name="Google Shape;206;p42"/>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7">
    <p:spTree>
      <p:nvGrpSpPr>
        <p:cNvPr id="207" name="Shape 207"/>
        <p:cNvGrpSpPr/>
        <p:nvPr/>
      </p:nvGrpSpPr>
      <p:grpSpPr>
        <a:xfrm>
          <a:off x="0" y="0"/>
          <a:ext cx="0" cy="0"/>
          <a:chOff x="0" y="0"/>
          <a:chExt cx="0" cy="0"/>
        </a:xfrm>
      </p:grpSpPr>
      <p:sp>
        <p:nvSpPr>
          <p:cNvPr id="208" name="Google Shape;208;p43"/>
          <p:cNvSpPr txBox="1"/>
          <p:nvPr>
            <p:ph idx="1" type="subTitle"/>
          </p:nvPr>
        </p:nvSpPr>
        <p:spPr>
          <a:xfrm>
            <a:off x="713225" y="1559487"/>
            <a:ext cx="4533900" cy="320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9" name="Google Shape;209;p43"/>
          <p:cNvSpPr txBox="1"/>
          <p:nvPr>
            <p:ph hasCustomPrompt="1" type="title"/>
          </p:nvPr>
        </p:nvSpPr>
        <p:spPr>
          <a:xfrm>
            <a:off x="713225" y="2030912"/>
            <a:ext cx="4533900" cy="680100"/>
          </a:xfrm>
          <a:prstGeom prst="rect">
            <a:avLst/>
          </a:prstGeom>
          <a:noFill/>
        </p:spPr>
        <p:txBody>
          <a:bodyPr anchorCtr="0" anchor="ctr" bIns="91425" lIns="91425" spcFirstLastPara="1" rIns="91425" wrap="square" tIns="91425">
            <a:noAutofit/>
          </a:bodyPr>
          <a:lstStyle>
            <a:lvl1pPr lvl="0">
              <a:spcBef>
                <a:spcPts val="0"/>
              </a:spcBef>
              <a:spcAft>
                <a:spcPts val="0"/>
              </a:spcAft>
              <a:buSzPts val="6000"/>
              <a:buNone/>
              <a:defRPr sz="3500"/>
            </a:lvl1pPr>
            <a:lvl2pPr lvl="1" algn="ctr">
              <a:spcBef>
                <a:spcPts val="0"/>
              </a:spcBef>
              <a:spcAft>
                <a:spcPts val="0"/>
              </a:spcAft>
              <a:buSzPts val="6000"/>
              <a:buFont typeface="Syncopate"/>
              <a:buNone/>
              <a:defRPr sz="6000">
                <a:latin typeface="Syncopate"/>
                <a:ea typeface="Syncopate"/>
                <a:cs typeface="Syncopate"/>
                <a:sym typeface="Syncopate"/>
              </a:defRPr>
            </a:lvl2pPr>
            <a:lvl3pPr lvl="2" algn="ctr">
              <a:spcBef>
                <a:spcPts val="0"/>
              </a:spcBef>
              <a:spcAft>
                <a:spcPts val="0"/>
              </a:spcAft>
              <a:buSzPts val="6000"/>
              <a:buFont typeface="Syncopate"/>
              <a:buNone/>
              <a:defRPr sz="6000">
                <a:latin typeface="Syncopate"/>
                <a:ea typeface="Syncopate"/>
                <a:cs typeface="Syncopate"/>
                <a:sym typeface="Syncopate"/>
              </a:defRPr>
            </a:lvl3pPr>
            <a:lvl4pPr lvl="3" algn="ctr">
              <a:spcBef>
                <a:spcPts val="0"/>
              </a:spcBef>
              <a:spcAft>
                <a:spcPts val="0"/>
              </a:spcAft>
              <a:buSzPts val="6000"/>
              <a:buFont typeface="Syncopate"/>
              <a:buNone/>
              <a:defRPr sz="6000">
                <a:latin typeface="Syncopate"/>
                <a:ea typeface="Syncopate"/>
                <a:cs typeface="Syncopate"/>
                <a:sym typeface="Syncopate"/>
              </a:defRPr>
            </a:lvl4pPr>
            <a:lvl5pPr lvl="4" algn="ctr">
              <a:spcBef>
                <a:spcPts val="0"/>
              </a:spcBef>
              <a:spcAft>
                <a:spcPts val="0"/>
              </a:spcAft>
              <a:buSzPts val="6000"/>
              <a:buFont typeface="Syncopate"/>
              <a:buNone/>
              <a:defRPr sz="6000">
                <a:latin typeface="Syncopate"/>
                <a:ea typeface="Syncopate"/>
                <a:cs typeface="Syncopate"/>
                <a:sym typeface="Syncopate"/>
              </a:defRPr>
            </a:lvl5pPr>
            <a:lvl6pPr lvl="5" algn="ctr">
              <a:spcBef>
                <a:spcPts val="0"/>
              </a:spcBef>
              <a:spcAft>
                <a:spcPts val="0"/>
              </a:spcAft>
              <a:buSzPts val="6000"/>
              <a:buFont typeface="Syncopate"/>
              <a:buNone/>
              <a:defRPr sz="6000">
                <a:latin typeface="Syncopate"/>
                <a:ea typeface="Syncopate"/>
                <a:cs typeface="Syncopate"/>
                <a:sym typeface="Syncopate"/>
              </a:defRPr>
            </a:lvl6pPr>
            <a:lvl7pPr lvl="6" algn="ctr">
              <a:spcBef>
                <a:spcPts val="0"/>
              </a:spcBef>
              <a:spcAft>
                <a:spcPts val="0"/>
              </a:spcAft>
              <a:buSzPts val="6000"/>
              <a:buFont typeface="Syncopate"/>
              <a:buNone/>
              <a:defRPr sz="6000">
                <a:latin typeface="Syncopate"/>
                <a:ea typeface="Syncopate"/>
                <a:cs typeface="Syncopate"/>
                <a:sym typeface="Syncopate"/>
              </a:defRPr>
            </a:lvl7pPr>
            <a:lvl8pPr lvl="7" algn="ctr">
              <a:spcBef>
                <a:spcPts val="0"/>
              </a:spcBef>
              <a:spcAft>
                <a:spcPts val="0"/>
              </a:spcAft>
              <a:buSzPts val="6000"/>
              <a:buFont typeface="Syncopate"/>
              <a:buNone/>
              <a:defRPr sz="6000">
                <a:latin typeface="Syncopate"/>
                <a:ea typeface="Syncopate"/>
                <a:cs typeface="Syncopate"/>
                <a:sym typeface="Syncopate"/>
              </a:defRPr>
            </a:lvl8pPr>
            <a:lvl9pPr lvl="8" algn="ctr">
              <a:spcBef>
                <a:spcPts val="0"/>
              </a:spcBef>
              <a:spcAft>
                <a:spcPts val="0"/>
              </a:spcAft>
              <a:buSzPts val="6000"/>
              <a:buFont typeface="Syncopate"/>
              <a:buNone/>
              <a:defRPr sz="6000">
                <a:latin typeface="Syncopate"/>
                <a:ea typeface="Syncopate"/>
                <a:cs typeface="Syncopate"/>
                <a:sym typeface="Syncopate"/>
              </a:defRPr>
            </a:lvl9pPr>
          </a:lstStyle>
          <a:p>
            <a:r>
              <a:t>xx%</a:t>
            </a:r>
          </a:p>
        </p:txBody>
      </p:sp>
      <p:sp>
        <p:nvSpPr>
          <p:cNvPr id="210" name="Google Shape;210;p43"/>
          <p:cNvSpPr txBox="1"/>
          <p:nvPr>
            <p:ph idx="2" type="subTitle"/>
          </p:nvPr>
        </p:nvSpPr>
        <p:spPr>
          <a:xfrm>
            <a:off x="713225" y="2794788"/>
            <a:ext cx="4533900" cy="315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1" name="Google Shape;211;p43"/>
          <p:cNvSpPr txBox="1"/>
          <p:nvPr>
            <p:ph hasCustomPrompt="1" idx="3" type="title"/>
          </p:nvPr>
        </p:nvSpPr>
        <p:spPr>
          <a:xfrm>
            <a:off x="713225" y="802313"/>
            <a:ext cx="4533900" cy="680100"/>
          </a:xfrm>
          <a:prstGeom prst="rect">
            <a:avLst/>
          </a:prstGeom>
          <a:noFill/>
        </p:spPr>
        <p:txBody>
          <a:bodyPr anchorCtr="0" anchor="ctr" bIns="91425" lIns="91425" spcFirstLastPara="1" rIns="91425" wrap="square" tIns="91425">
            <a:noAutofit/>
          </a:bodyPr>
          <a:lstStyle>
            <a:lvl1pPr lvl="0">
              <a:spcBef>
                <a:spcPts val="0"/>
              </a:spcBef>
              <a:spcAft>
                <a:spcPts val="0"/>
              </a:spcAft>
              <a:buSzPts val="6000"/>
              <a:buNone/>
              <a:defRPr sz="3500"/>
            </a:lvl1pPr>
            <a:lvl2pPr lvl="1" algn="ctr">
              <a:spcBef>
                <a:spcPts val="0"/>
              </a:spcBef>
              <a:spcAft>
                <a:spcPts val="0"/>
              </a:spcAft>
              <a:buSzPts val="6000"/>
              <a:buFont typeface="Syncopate"/>
              <a:buNone/>
              <a:defRPr sz="6000">
                <a:latin typeface="Syncopate"/>
                <a:ea typeface="Syncopate"/>
                <a:cs typeface="Syncopate"/>
                <a:sym typeface="Syncopate"/>
              </a:defRPr>
            </a:lvl2pPr>
            <a:lvl3pPr lvl="2" algn="ctr">
              <a:spcBef>
                <a:spcPts val="0"/>
              </a:spcBef>
              <a:spcAft>
                <a:spcPts val="0"/>
              </a:spcAft>
              <a:buSzPts val="6000"/>
              <a:buFont typeface="Syncopate"/>
              <a:buNone/>
              <a:defRPr sz="6000">
                <a:latin typeface="Syncopate"/>
                <a:ea typeface="Syncopate"/>
                <a:cs typeface="Syncopate"/>
                <a:sym typeface="Syncopate"/>
              </a:defRPr>
            </a:lvl3pPr>
            <a:lvl4pPr lvl="3" algn="ctr">
              <a:spcBef>
                <a:spcPts val="0"/>
              </a:spcBef>
              <a:spcAft>
                <a:spcPts val="0"/>
              </a:spcAft>
              <a:buSzPts val="6000"/>
              <a:buFont typeface="Syncopate"/>
              <a:buNone/>
              <a:defRPr sz="6000">
                <a:latin typeface="Syncopate"/>
                <a:ea typeface="Syncopate"/>
                <a:cs typeface="Syncopate"/>
                <a:sym typeface="Syncopate"/>
              </a:defRPr>
            </a:lvl4pPr>
            <a:lvl5pPr lvl="4" algn="ctr">
              <a:spcBef>
                <a:spcPts val="0"/>
              </a:spcBef>
              <a:spcAft>
                <a:spcPts val="0"/>
              </a:spcAft>
              <a:buSzPts val="6000"/>
              <a:buFont typeface="Syncopate"/>
              <a:buNone/>
              <a:defRPr sz="6000">
                <a:latin typeface="Syncopate"/>
                <a:ea typeface="Syncopate"/>
                <a:cs typeface="Syncopate"/>
                <a:sym typeface="Syncopate"/>
              </a:defRPr>
            </a:lvl5pPr>
            <a:lvl6pPr lvl="5" algn="ctr">
              <a:spcBef>
                <a:spcPts val="0"/>
              </a:spcBef>
              <a:spcAft>
                <a:spcPts val="0"/>
              </a:spcAft>
              <a:buSzPts val="6000"/>
              <a:buFont typeface="Syncopate"/>
              <a:buNone/>
              <a:defRPr sz="6000">
                <a:latin typeface="Syncopate"/>
                <a:ea typeface="Syncopate"/>
                <a:cs typeface="Syncopate"/>
                <a:sym typeface="Syncopate"/>
              </a:defRPr>
            </a:lvl6pPr>
            <a:lvl7pPr lvl="6" algn="ctr">
              <a:spcBef>
                <a:spcPts val="0"/>
              </a:spcBef>
              <a:spcAft>
                <a:spcPts val="0"/>
              </a:spcAft>
              <a:buSzPts val="6000"/>
              <a:buFont typeface="Syncopate"/>
              <a:buNone/>
              <a:defRPr sz="6000">
                <a:latin typeface="Syncopate"/>
                <a:ea typeface="Syncopate"/>
                <a:cs typeface="Syncopate"/>
                <a:sym typeface="Syncopate"/>
              </a:defRPr>
            </a:lvl7pPr>
            <a:lvl8pPr lvl="7" algn="ctr">
              <a:spcBef>
                <a:spcPts val="0"/>
              </a:spcBef>
              <a:spcAft>
                <a:spcPts val="0"/>
              </a:spcAft>
              <a:buSzPts val="6000"/>
              <a:buFont typeface="Syncopate"/>
              <a:buNone/>
              <a:defRPr sz="6000">
                <a:latin typeface="Syncopate"/>
                <a:ea typeface="Syncopate"/>
                <a:cs typeface="Syncopate"/>
                <a:sym typeface="Syncopate"/>
              </a:defRPr>
            </a:lvl8pPr>
            <a:lvl9pPr lvl="8" algn="ctr">
              <a:spcBef>
                <a:spcPts val="0"/>
              </a:spcBef>
              <a:spcAft>
                <a:spcPts val="0"/>
              </a:spcAft>
              <a:buSzPts val="6000"/>
              <a:buFont typeface="Syncopate"/>
              <a:buNone/>
              <a:defRPr sz="6000">
                <a:latin typeface="Syncopate"/>
                <a:ea typeface="Syncopate"/>
                <a:cs typeface="Syncopate"/>
                <a:sym typeface="Syncopate"/>
              </a:defRPr>
            </a:lvl9pPr>
          </a:lstStyle>
          <a:p>
            <a:r>
              <a:t>xx%</a:t>
            </a:r>
          </a:p>
        </p:txBody>
      </p:sp>
      <p:sp>
        <p:nvSpPr>
          <p:cNvPr id="212" name="Google Shape;212;p43"/>
          <p:cNvSpPr txBox="1"/>
          <p:nvPr>
            <p:ph hasCustomPrompt="1" idx="4" type="title"/>
          </p:nvPr>
        </p:nvSpPr>
        <p:spPr>
          <a:xfrm>
            <a:off x="713225" y="3259512"/>
            <a:ext cx="4533900" cy="680100"/>
          </a:xfrm>
          <a:prstGeom prst="rect">
            <a:avLst/>
          </a:prstGeom>
          <a:noFill/>
        </p:spPr>
        <p:txBody>
          <a:bodyPr anchorCtr="0" anchor="ctr" bIns="91425" lIns="91425" spcFirstLastPara="1" rIns="91425" wrap="square" tIns="91425">
            <a:noAutofit/>
          </a:bodyPr>
          <a:lstStyle>
            <a:lvl1pPr lvl="0">
              <a:spcBef>
                <a:spcPts val="0"/>
              </a:spcBef>
              <a:spcAft>
                <a:spcPts val="0"/>
              </a:spcAft>
              <a:buSzPts val="6000"/>
              <a:buNone/>
              <a:defRPr sz="3500"/>
            </a:lvl1pPr>
            <a:lvl2pPr lvl="1" algn="ctr">
              <a:spcBef>
                <a:spcPts val="0"/>
              </a:spcBef>
              <a:spcAft>
                <a:spcPts val="0"/>
              </a:spcAft>
              <a:buSzPts val="6000"/>
              <a:buFont typeface="Syncopate"/>
              <a:buNone/>
              <a:defRPr sz="6000">
                <a:latin typeface="Syncopate"/>
                <a:ea typeface="Syncopate"/>
                <a:cs typeface="Syncopate"/>
                <a:sym typeface="Syncopate"/>
              </a:defRPr>
            </a:lvl2pPr>
            <a:lvl3pPr lvl="2" algn="ctr">
              <a:spcBef>
                <a:spcPts val="0"/>
              </a:spcBef>
              <a:spcAft>
                <a:spcPts val="0"/>
              </a:spcAft>
              <a:buSzPts val="6000"/>
              <a:buFont typeface="Syncopate"/>
              <a:buNone/>
              <a:defRPr sz="6000">
                <a:latin typeface="Syncopate"/>
                <a:ea typeface="Syncopate"/>
                <a:cs typeface="Syncopate"/>
                <a:sym typeface="Syncopate"/>
              </a:defRPr>
            </a:lvl3pPr>
            <a:lvl4pPr lvl="3" algn="ctr">
              <a:spcBef>
                <a:spcPts val="0"/>
              </a:spcBef>
              <a:spcAft>
                <a:spcPts val="0"/>
              </a:spcAft>
              <a:buSzPts val="6000"/>
              <a:buFont typeface="Syncopate"/>
              <a:buNone/>
              <a:defRPr sz="6000">
                <a:latin typeface="Syncopate"/>
                <a:ea typeface="Syncopate"/>
                <a:cs typeface="Syncopate"/>
                <a:sym typeface="Syncopate"/>
              </a:defRPr>
            </a:lvl4pPr>
            <a:lvl5pPr lvl="4" algn="ctr">
              <a:spcBef>
                <a:spcPts val="0"/>
              </a:spcBef>
              <a:spcAft>
                <a:spcPts val="0"/>
              </a:spcAft>
              <a:buSzPts val="6000"/>
              <a:buFont typeface="Syncopate"/>
              <a:buNone/>
              <a:defRPr sz="6000">
                <a:latin typeface="Syncopate"/>
                <a:ea typeface="Syncopate"/>
                <a:cs typeface="Syncopate"/>
                <a:sym typeface="Syncopate"/>
              </a:defRPr>
            </a:lvl5pPr>
            <a:lvl6pPr lvl="5" algn="ctr">
              <a:spcBef>
                <a:spcPts val="0"/>
              </a:spcBef>
              <a:spcAft>
                <a:spcPts val="0"/>
              </a:spcAft>
              <a:buSzPts val="6000"/>
              <a:buFont typeface="Syncopate"/>
              <a:buNone/>
              <a:defRPr sz="6000">
                <a:latin typeface="Syncopate"/>
                <a:ea typeface="Syncopate"/>
                <a:cs typeface="Syncopate"/>
                <a:sym typeface="Syncopate"/>
              </a:defRPr>
            </a:lvl6pPr>
            <a:lvl7pPr lvl="6" algn="ctr">
              <a:spcBef>
                <a:spcPts val="0"/>
              </a:spcBef>
              <a:spcAft>
                <a:spcPts val="0"/>
              </a:spcAft>
              <a:buSzPts val="6000"/>
              <a:buFont typeface="Syncopate"/>
              <a:buNone/>
              <a:defRPr sz="6000">
                <a:latin typeface="Syncopate"/>
                <a:ea typeface="Syncopate"/>
                <a:cs typeface="Syncopate"/>
                <a:sym typeface="Syncopate"/>
              </a:defRPr>
            </a:lvl7pPr>
            <a:lvl8pPr lvl="7" algn="ctr">
              <a:spcBef>
                <a:spcPts val="0"/>
              </a:spcBef>
              <a:spcAft>
                <a:spcPts val="0"/>
              </a:spcAft>
              <a:buSzPts val="6000"/>
              <a:buFont typeface="Syncopate"/>
              <a:buNone/>
              <a:defRPr sz="6000">
                <a:latin typeface="Syncopate"/>
                <a:ea typeface="Syncopate"/>
                <a:cs typeface="Syncopate"/>
                <a:sym typeface="Syncopate"/>
              </a:defRPr>
            </a:lvl8pPr>
            <a:lvl9pPr lvl="8" algn="ctr">
              <a:spcBef>
                <a:spcPts val="0"/>
              </a:spcBef>
              <a:spcAft>
                <a:spcPts val="0"/>
              </a:spcAft>
              <a:buSzPts val="6000"/>
              <a:buFont typeface="Syncopate"/>
              <a:buNone/>
              <a:defRPr sz="6000">
                <a:latin typeface="Syncopate"/>
                <a:ea typeface="Syncopate"/>
                <a:cs typeface="Syncopate"/>
                <a:sym typeface="Syncopate"/>
              </a:defRPr>
            </a:lvl9pPr>
          </a:lstStyle>
          <a:p>
            <a:r>
              <a:t>xx%</a:t>
            </a:r>
          </a:p>
        </p:txBody>
      </p:sp>
      <p:sp>
        <p:nvSpPr>
          <p:cNvPr id="213" name="Google Shape;213;p43"/>
          <p:cNvSpPr txBox="1"/>
          <p:nvPr>
            <p:ph idx="5" type="subTitle"/>
          </p:nvPr>
        </p:nvSpPr>
        <p:spPr>
          <a:xfrm>
            <a:off x="713225" y="4025588"/>
            <a:ext cx="4533900" cy="315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4" name="Google Shape;214;p43"/>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7_1">
    <p:spTree>
      <p:nvGrpSpPr>
        <p:cNvPr id="215" name="Shape 215"/>
        <p:cNvGrpSpPr/>
        <p:nvPr/>
      </p:nvGrpSpPr>
      <p:grpSpPr>
        <a:xfrm>
          <a:off x="0" y="0"/>
          <a:ext cx="0" cy="0"/>
          <a:chOff x="0" y="0"/>
          <a:chExt cx="0" cy="0"/>
        </a:xfrm>
      </p:grpSpPr>
      <p:sp>
        <p:nvSpPr>
          <p:cNvPr id="216" name="Google Shape;216;p44"/>
          <p:cNvSpPr/>
          <p:nvPr/>
        </p:nvSpPr>
        <p:spPr>
          <a:xfrm>
            <a:off x="50" y="4537382"/>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4"/>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4"/>
          <p:cNvSpPr txBox="1"/>
          <p:nvPr>
            <p:ph hasCustomPrompt="1" type="title"/>
          </p:nvPr>
        </p:nvSpPr>
        <p:spPr>
          <a:xfrm>
            <a:off x="1190676" y="2059422"/>
            <a:ext cx="1117800" cy="43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None/>
              <a:defRPr/>
            </a:lvl1pPr>
            <a:lvl2pPr lvl="1" algn="ctr">
              <a:spcBef>
                <a:spcPts val="0"/>
              </a:spcBef>
              <a:spcAft>
                <a:spcPts val="0"/>
              </a:spcAft>
              <a:buSzPts val="2000"/>
              <a:buFont typeface="Space Mono"/>
              <a:buNone/>
              <a:defRPr b="1" sz="2000">
                <a:latin typeface="Space Mono"/>
                <a:ea typeface="Space Mono"/>
                <a:cs typeface="Space Mono"/>
                <a:sym typeface="Space Mono"/>
              </a:defRPr>
            </a:lvl2pPr>
            <a:lvl3pPr lvl="2" algn="ctr">
              <a:spcBef>
                <a:spcPts val="0"/>
              </a:spcBef>
              <a:spcAft>
                <a:spcPts val="0"/>
              </a:spcAft>
              <a:buSzPts val="2000"/>
              <a:buFont typeface="Space Mono"/>
              <a:buNone/>
              <a:defRPr b="1" sz="2000">
                <a:latin typeface="Space Mono"/>
                <a:ea typeface="Space Mono"/>
                <a:cs typeface="Space Mono"/>
                <a:sym typeface="Space Mono"/>
              </a:defRPr>
            </a:lvl3pPr>
            <a:lvl4pPr lvl="3" algn="ctr">
              <a:spcBef>
                <a:spcPts val="0"/>
              </a:spcBef>
              <a:spcAft>
                <a:spcPts val="0"/>
              </a:spcAft>
              <a:buSzPts val="2000"/>
              <a:buFont typeface="Space Mono"/>
              <a:buNone/>
              <a:defRPr b="1" sz="2000">
                <a:latin typeface="Space Mono"/>
                <a:ea typeface="Space Mono"/>
                <a:cs typeface="Space Mono"/>
                <a:sym typeface="Space Mono"/>
              </a:defRPr>
            </a:lvl4pPr>
            <a:lvl5pPr lvl="4" algn="ctr">
              <a:spcBef>
                <a:spcPts val="0"/>
              </a:spcBef>
              <a:spcAft>
                <a:spcPts val="0"/>
              </a:spcAft>
              <a:buSzPts val="2000"/>
              <a:buFont typeface="Space Mono"/>
              <a:buNone/>
              <a:defRPr b="1" sz="2000">
                <a:latin typeface="Space Mono"/>
                <a:ea typeface="Space Mono"/>
                <a:cs typeface="Space Mono"/>
                <a:sym typeface="Space Mono"/>
              </a:defRPr>
            </a:lvl5pPr>
            <a:lvl6pPr lvl="5" algn="ctr">
              <a:spcBef>
                <a:spcPts val="0"/>
              </a:spcBef>
              <a:spcAft>
                <a:spcPts val="0"/>
              </a:spcAft>
              <a:buSzPts val="2000"/>
              <a:buFont typeface="Space Mono"/>
              <a:buNone/>
              <a:defRPr b="1" sz="2000">
                <a:latin typeface="Space Mono"/>
                <a:ea typeface="Space Mono"/>
                <a:cs typeface="Space Mono"/>
                <a:sym typeface="Space Mono"/>
              </a:defRPr>
            </a:lvl6pPr>
            <a:lvl7pPr lvl="6" algn="ctr">
              <a:spcBef>
                <a:spcPts val="0"/>
              </a:spcBef>
              <a:spcAft>
                <a:spcPts val="0"/>
              </a:spcAft>
              <a:buSzPts val="2000"/>
              <a:buFont typeface="Space Mono"/>
              <a:buNone/>
              <a:defRPr b="1" sz="2000">
                <a:latin typeface="Space Mono"/>
                <a:ea typeface="Space Mono"/>
                <a:cs typeface="Space Mono"/>
                <a:sym typeface="Space Mono"/>
              </a:defRPr>
            </a:lvl7pPr>
            <a:lvl8pPr lvl="7" algn="ctr">
              <a:spcBef>
                <a:spcPts val="0"/>
              </a:spcBef>
              <a:spcAft>
                <a:spcPts val="0"/>
              </a:spcAft>
              <a:buSzPts val="2000"/>
              <a:buFont typeface="Space Mono"/>
              <a:buNone/>
              <a:defRPr b="1" sz="2000">
                <a:latin typeface="Space Mono"/>
                <a:ea typeface="Space Mono"/>
                <a:cs typeface="Space Mono"/>
                <a:sym typeface="Space Mono"/>
              </a:defRPr>
            </a:lvl8pPr>
            <a:lvl9pPr lvl="8" algn="ctr">
              <a:spcBef>
                <a:spcPts val="0"/>
              </a:spcBef>
              <a:spcAft>
                <a:spcPts val="0"/>
              </a:spcAft>
              <a:buSzPts val="2000"/>
              <a:buFont typeface="Space Mono"/>
              <a:buNone/>
              <a:defRPr b="1" sz="2000">
                <a:latin typeface="Space Mono"/>
                <a:ea typeface="Space Mono"/>
                <a:cs typeface="Space Mono"/>
                <a:sym typeface="Space Mono"/>
              </a:defRPr>
            </a:lvl9pPr>
          </a:lstStyle>
          <a:p>
            <a:r>
              <a:t>xx%</a:t>
            </a:r>
          </a:p>
        </p:txBody>
      </p:sp>
      <p:sp>
        <p:nvSpPr>
          <p:cNvPr id="219" name="Google Shape;219;p44"/>
          <p:cNvSpPr txBox="1"/>
          <p:nvPr>
            <p:ph hasCustomPrompt="1" idx="2" type="title"/>
          </p:nvPr>
        </p:nvSpPr>
        <p:spPr>
          <a:xfrm>
            <a:off x="4013125" y="2059422"/>
            <a:ext cx="1117800" cy="43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None/>
              <a:defRPr/>
            </a:lvl1pPr>
            <a:lvl2pPr lvl="1" algn="ctr">
              <a:spcBef>
                <a:spcPts val="0"/>
              </a:spcBef>
              <a:spcAft>
                <a:spcPts val="0"/>
              </a:spcAft>
              <a:buSzPts val="2000"/>
              <a:buFont typeface="Space Mono"/>
              <a:buNone/>
              <a:defRPr b="1" sz="2000">
                <a:latin typeface="Space Mono"/>
                <a:ea typeface="Space Mono"/>
                <a:cs typeface="Space Mono"/>
                <a:sym typeface="Space Mono"/>
              </a:defRPr>
            </a:lvl2pPr>
            <a:lvl3pPr lvl="2" algn="ctr">
              <a:spcBef>
                <a:spcPts val="0"/>
              </a:spcBef>
              <a:spcAft>
                <a:spcPts val="0"/>
              </a:spcAft>
              <a:buSzPts val="2000"/>
              <a:buFont typeface="Space Mono"/>
              <a:buNone/>
              <a:defRPr b="1" sz="2000">
                <a:latin typeface="Space Mono"/>
                <a:ea typeface="Space Mono"/>
                <a:cs typeface="Space Mono"/>
                <a:sym typeface="Space Mono"/>
              </a:defRPr>
            </a:lvl3pPr>
            <a:lvl4pPr lvl="3" algn="ctr">
              <a:spcBef>
                <a:spcPts val="0"/>
              </a:spcBef>
              <a:spcAft>
                <a:spcPts val="0"/>
              </a:spcAft>
              <a:buSzPts val="2000"/>
              <a:buFont typeface="Space Mono"/>
              <a:buNone/>
              <a:defRPr b="1" sz="2000">
                <a:latin typeface="Space Mono"/>
                <a:ea typeface="Space Mono"/>
                <a:cs typeface="Space Mono"/>
                <a:sym typeface="Space Mono"/>
              </a:defRPr>
            </a:lvl4pPr>
            <a:lvl5pPr lvl="4" algn="ctr">
              <a:spcBef>
                <a:spcPts val="0"/>
              </a:spcBef>
              <a:spcAft>
                <a:spcPts val="0"/>
              </a:spcAft>
              <a:buSzPts val="2000"/>
              <a:buFont typeface="Space Mono"/>
              <a:buNone/>
              <a:defRPr b="1" sz="2000">
                <a:latin typeface="Space Mono"/>
                <a:ea typeface="Space Mono"/>
                <a:cs typeface="Space Mono"/>
                <a:sym typeface="Space Mono"/>
              </a:defRPr>
            </a:lvl5pPr>
            <a:lvl6pPr lvl="5" algn="ctr">
              <a:spcBef>
                <a:spcPts val="0"/>
              </a:spcBef>
              <a:spcAft>
                <a:spcPts val="0"/>
              </a:spcAft>
              <a:buSzPts val="2000"/>
              <a:buFont typeface="Space Mono"/>
              <a:buNone/>
              <a:defRPr b="1" sz="2000">
                <a:latin typeface="Space Mono"/>
                <a:ea typeface="Space Mono"/>
                <a:cs typeface="Space Mono"/>
                <a:sym typeface="Space Mono"/>
              </a:defRPr>
            </a:lvl6pPr>
            <a:lvl7pPr lvl="6" algn="ctr">
              <a:spcBef>
                <a:spcPts val="0"/>
              </a:spcBef>
              <a:spcAft>
                <a:spcPts val="0"/>
              </a:spcAft>
              <a:buSzPts val="2000"/>
              <a:buFont typeface="Space Mono"/>
              <a:buNone/>
              <a:defRPr b="1" sz="2000">
                <a:latin typeface="Space Mono"/>
                <a:ea typeface="Space Mono"/>
                <a:cs typeface="Space Mono"/>
                <a:sym typeface="Space Mono"/>
              </a:defRPr>
            </a:lvl7pPr>
            <a:lvl8pPr lvl="7" algn="ctr">
              <a:spcBef>
                <a:spcPts val="0"/>
              </a:spcBef>
              <a:spcAft>
                <a:spcPts val="0"/>
              </a:spcAft>
              <a:buSzPts val="2000"/>
              <a:buFont typeface="Space Mono"/>
              <a:buNone/>
              <a:defRPr b="1" sz="2000">
                <a:latin typeface="Space Mono"/>
                <a:ea typeface="Space Mono"/>
                <a:cs typeface="Space Mono"/>
                <a:sym typeface="Space Mono"/>
              </a:defRPr>
            </a:lvl8pPr>
            <a:lvl9pPr lvl="8" algn="ctr">
              <a:spcBef>
                <a:spcPts val="0"/>
              </a:spcBef>
              <a:spcAft>
                <a:spcPts val="0"/>
              </a:spcAft>
              <a:buSzPts val="2000"/>
              <a:buFont typeface="Space Mono"/>
              <a:buNone/>
              <a:defRPr b="1" sz="2000">
                <a:latin typeface="Space Mono"/>
                <a:ea typeface="Space Mono"/>
                <a:cs typeface="Space Mono"/>
                <a:sym typeface="Space Mono"/>
              </a:defRPr>
            </a:lvl9pPr>
          </a:lstStyle>
          <a:p>
            <a:r>
              <a:t>xx%</a:t>
            </a:r>
          </a:p>
        </p:txBody>
      </p:sp>
      <p:sp>
        <p:nvSpPr>
          <p:cNvPr id="220" name="Google Shape;220;p44"/>
          <p:cNvSpPr txBox="1"/>
          <p:nvPr>
            <p:ph hasCustomPrompt="1" idx="3" type="title"/>
          </p:nvPr>
        </p:nvSpPr>
        <p:spPr>
          <a:xfrm>
            <a:off x="6835600" y="2059422"/>
            <a:ext cx="1117800" cy="43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None/>
              <a:defRPr/>
            </a:lvl1pPr>
            <a:lvl2pPr lvl="1" algn="ctr">
              <a:spcBef>
                <a:spcPts val="0"/>
              </a:spcBef>
              <a:spcAft>
                <a:spcPts val="0"/>
              </a:spcAft>
              <a:buSzPts val="2000"/>
              <a:buFont typeface="Space Mono"/>
              <a:buNone/>
              <a:defRPr b="1" sz="2000">
                <a:latin typeface="Space Mono"/>
                <a:ea typeface="Space Mono"/>
                <a:cs typeface="Space Mono"/>
                <a:sym typeface="Space Mono"/>
              </a:defRPr>
            </a:lvl2pPr>
            <a:lvl3pPr lvl="2" algn="ctr">
              <a:spcBef>
                <a:spcPts val="0"/>
              </a:spcBef>
              <a:spcAft>
                <a:spcPts val="0"/>
              </a:spcAft>
              <a:buSzPts val="2000"/>
              <a:buFont typeface="Space Mono"/>
              <a:buNone/>
              <a:defRPr b="1" sz="2000">
                <a:latin typeface="Space Mono"/>
                <a:ea typeface="Space Mono"/>
                <a:cs typeface="Space Mono"/>
                <a:sym typeface="Space Mono"/>
              </a:defRPr>
            </a:lvl3pPr>
            <a:lvl4pPr lvl="3" algn="ctr">
              <a:spcBef>
                <a:spcPts val="0"/>
              </a:spcBef>
              <a:spcAft>
                <a:spcPts val="0"/>
              </a:spcAft>
              <a:buSzPts val="2000"/>
              <a:buFont typeface="Space Mono"/>
              <a:buNone/>
              <a:defRPr b="1" sz="2000">
                <a:latin typeface="Space Mono"/>
                <a:ea typeface="Space Mono"/>
                <a:cs typeface="Space Mono"/>
                <a:sym typeface="Space Mono"/>
              </a:defRPr>
            </a:lvl4pPr>
            <a:lvl5pPr lvl="4" algn="ctr">
              <a:spcBef>
                <a:spcPts val="0"/>
              </a:spcBef>
              <a:spcAft>
                <a:spcPts val="0"/>
              </a:spcAft>
              <a:buSzPts val="2000"/>
              <a:buFont typeface="Space Mono"/>
              <a:buNone/>
              <a:defRPr b="1" sz="2000">
                <a:latin typeface="Space Mono"/>
                <a:ea typeface="Space Mono"/>
                <a:cs typeface="Space Mono"/>
                <a:sym typeface="Space Mono"/>
              </a:defRPr>
            </a:lvl5pPr>
            <a:lvl6pPr lvl="5" algn="ctr">
              <a:spcBef>
                <a:spcPts val="0"/>
              </a:spcBef>
              <a:spcAft>
                <a:spcPts val="0"/>
              </a:spcAft>
              <a:buSzPts val="2000"/>
              <a:buFont typeface="Space Mono"/>
              <a:buNone/>
              <a:defRPr b="1" sz="2000">
                <a:latin typeface="Space Mono"/>
                <a:ea typeface="Space Mono"/>
                <a:cs typeface="Space Mono"/>
                <a:sym typeface="Space Mono"/>
              </a:defRPr>
            </a:lvl6pPr>
            <a:lvl7pPr lvl="6" algn="ctr">
              <a:spcBef>
                <a:spcPts val="0"/>
              </a:spcBef>
              <a:spcAft>
                <a:spcPts val="0"/>
              </a:spcAft>
              <a:buSzPts val="2000"/>
              <a:buFont typeface="Space Mono"/>
              <a:buNone/>
              <a:defRPr b="1" sz="2000">
                <a:latin typeface="Space Mono"/>
                <a:ea typeface="Space Mono"/>
                <a:cs typeface="Space Mono"/>
                <a:sym typeface="Space Mono"/>
              </a:defRPr>
            </a:lvl7pPr>
            <a:lvl8pPr lvl="7" algn="ctr">
              <a:spcBef>
                <a:spcPts val="0"/>
              </a:spcBef>
              <a:spcAft>
                <a:spcPts val="0"/>
              </a:spcAft>
              <a:buSzPts val="2000"/>
              <a:buFont typeface="Space Mono"/>
              <a:buNone/>
              <a:defRPr b="1" sz="2000">
                <a:latin typeface="Space Mono"/>
                <a:ea typeface="Space Mono"/>
                <a:cs typeface="Space Mono"/>
                <a:sym typeface="Space Mono"/>
              </a:defRPr>
            </a:lvl8pPr>
            <a:lvl9pPr lvl="8" algn="ctr">
              <a:spcBef>
                <a:spcPts val="0"/>
              </a:spcBef>
              <a:spcAft>
                <a:spcPts val="0"/>
              </a:spcAft>
              <a:buSzPts val="2000"/>
              <a:buFont typeface="Space Mono"/>
              <a:buNone/>
              <a:defRPr b="1" sz="2000">
                <a:latin typeface="Space Mono"/>
                <a:ea typeface="Space Mono"/>
                <a:cs typeface="Space Mono"/>
                <a:sym typeface="Space Mono"/>
              </a:defRPr>
            </a:lvl9pPr>
          </a:lstStyle>
          <a:p>
            <a:r>
              <a:t>xx%</a:t>
            </a:r>
          </a:p>
        </p:txBody>
      </p:sp>
      <p:sp>
        <p:nvSpPr>
          <p:cNvPr id="221" name="Google Shape;221;p44"/>
          <p:cNvSpPr txBox="1"/>
          <p:nvPr>
            <p:ph idx="1" type="subTitle"/>
          </p:nvPr>
        </p:nvSpPr>
        <p:spPr>
          <a:xfrm>
            <a:off x="713226" y="3722934"/>
            <a:ext cx="2072700" cy="58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2" name="Google Shape;222;p44"/>
          <p:cNvSpPr txBox="1"/>
          <p:nvPr>
            <p:ph idx="4" type="subTitle"/>
          </p:nvPr>
        </p:nvSpPr>
        <p:spPr>
          <a:xfrm>
            <a:off x="3535675" y="3722934"/>
            <a:ext cx="2072700" cy="58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3" name="Google Shape;223;p44"/>
          <p:cNvSpPr txBox="1"/>
          <p:nvPr>
            <p:ph idx="5" type="subTitle"/>
          </p:nvPr>
        </p:nvSpPr>
        <p:spPr>
          <a:xfrm>
            <a:off x="6358150" y="3722934"/>
            <a:ext cx="2072700" cy="58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4" name="Google Shape;224;p44"/>
          <p:cNvSpPr txBox="1"/>
          <p:nvPr>
            <p:ph idx="6" type="subTitle"/>
          </p:nvPr>
        </p:nvSpPr>
        <p:spPr>
          <a:xfrm>
            <a:off x="713226" y="3329034"/>
            <a:ext cx="2072700" cy="393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225" name="Google Shape;225;p44"/>
          <p:cNvSpPr txBox="1"/>
          <p:nvPr>
            <p:ph idx="7" type="subTitle"/>
          </p:nvPr>
        </p:nvSpPr>
        <p:spPr>
          <a:xfrm>
            <a:off x="3535688" y="3329034"/>
            <a:ext cx="2072700" cy="393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226" name="Google Shape;226;p44"/>
          <p:cNvSpPr txBox="1"/>
          <p:nvPr>
            <p:ph idx="8" type="subTitle"/>
          </p:nvPr>
        </p:nvSpPr>
        <p:spPr>
          <a:xfrm>
            <a:off x="6358150" y="3329034"/>
            <a:ext cx="2072700" cy="393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227" name="Google Shape;227;p44"/>
          <p:cNvSpPr txBox="1"/>
          <p:nvPr>
            <p:ph idx="9"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228" name="Shape 228"/>
        <p:cNvGrpSpPr/>
        <p:nvPr/>
      </p:nvGrpSpPr>
      <p:grpSpPr>
        <a:xfrm>
          <a:off x="0" y="0"/>
          <a:ext cx="0" cy="0"/>
          <a:chOff x="0" y="0"/>
          <a:chExt cx="0" cy="0"/>
        </a:xfrm>
      </p:grpSpPr>
      <p:sp>
        <p:nvSpPr>
          <p:cNvPr id="229" name="Google Shape;229;p45"/>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5"/>
          <p:cNvSpPr txBox="1"/>
          <p:nvPr>
            <p:ph type="title"/>
          </p:nvPr>
        </p:nvSpPr>
        <p:spPr>
          <a:xfrm>
            <a:off x="2751875" y="1403775"/>
            <a:ext cx="3640200" cy="8553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8000"/>
            </a:lvl1pPr>
            <a:lvl2pPr lvl="1" algn="ctr">
              <a:spcBef>
                <a:spcPts val="0"/>
              </a:spcBef>
              <a:spcAft>
                <a:spcPts val="0"/>
              </a:spcAft>
              <a:buSzPts val="8000"/>
              <a:buFont typeface="Do Hyeon"/>
              <a:buNone/>
              <a:defRPr sz="8000">
                <a:latin typeface="Do Hyeon"/>
                <a:ea typeface="Do Hyeon"/>
                <a:cs typeface="Do Hyeon"/>
                <a:sym typeface="Do Hyeon"/>
              </a:defRPr>
            </a:lvl2pPr>
            <a:lvl3pPr lvl="2" algn="ctr">
              <a:spcBef>
                <a:spcPts val="0"/>
              </a:spcBef>
              <a:spcAft>
                <a:spcPts val="0"/>
              </a:spcAft>
              <a:buSzPts val="8000"/>
              <a:buFont typeface="Do Hyeon"/>
              <a:buNone/>
              <a:defRPr sz="8000">
                <a:latin typeface="Do Hyeon"/>
                <a:ea typeface="Do Hyeon"/>
                <a:cs typeface="Do Hyeon"/>
                <a:sym typeface="Do Hyeon"/>
              </a:defRPr>
            </a:lvl3pPr>
            <a:lvl4pPr lvl="3" algn="ctr">
              <a:spcBef>
                <a:spcPts val="0"/>
              </a:spcBef>
              <a:spcAft>
                <a:spcPts val="0"/>
              </a:spcAft>
              <a:buSzPts val="8000"/>
              <a:buFont typeface="Do Hyeon"/>
              <a:buNone/>
              <a:defRPr sz="8000">
                <a:latin typeface="Do Hyeon"/>
                <a:ea typeface="Do Hyeon"/>
                <a:cs typeface="Do Hyeon"/>
                <a:sym typeface="Do Hyeon"/>
              </a:defRPr>
            </a:lvl4pPr>
            <a:lvl5pPr lvl="4" algn="ctr">
              <a:spcBef>
                <a:spcPts val="0"/>
              </a:spcBef>
              <a:spcAft>
                <a:spcPts val="0"/>
              </a:spcAft>
              <a:buSzPts val="8000"/>
              <a:buFont typeface="Do Hyeon"/>
              <a:buNone/>
              <a:defRPr sz="8000">
                <a:latin typeface="Do Hyeon"/>
                <a:ea typeface="Do Hyeon"/>
                <a:cs typeface="Do Hyeon"/>
                <a:sym typeface="Do Hyeon"/>
              </a:defRPr>
            </a:lvl5pPr>
            <a:lvl6pPr lvl="5" algn="ctr">
              <a:spcBef>
                <a:spcPts val="0"/>
              </a:spcBef>
              <a:spcAft>
                <a:spcPts val="0"/>
              </a:spcAft>
              <a:buSzPts val="8000"/>
              <a:buFont typeface="Do Hyeon"/>
              <a:buNone/>
              <a:defRPr sz="8000">
                <a:latin typeface="Do Hyeon"/>
                <a:ea typeface="Do Hyeon"/>
                <a:cs typeface="Do Hyeon"/>
                <a:sym typeface="Do Hyeon"/>
              </a:defRPr>
            </a:lvl6pPr>
            <a:lvl7pPr lvl="6" algn="ctr">
              <a:spcBef>
                <a:spcPts val="0"/>
              </a:spcBef>
              <a:spcAft>
                <a:spcPts val="0"/>
              </a:spcAft>
              <a:buSzPts val="8000"/>
              <a:buFont typeface="Do Hyeon"/>
              <a:buNone/>
              <a:defRPr sz="8000">
                <a:latin typeface="Do Hyeon"/>
                <a:ea typeface="Do Hyeon"/>
                <a:cs typeface="Do Hyeon"/>
                <a:sym typeface="Do Hyeon"/>
              </a:defRPr>
            </a:lvl7pPr>
            <a:lvl8pPr lvl="7" algn="ctr">
              <a:spcBef>
                <a:spcPts val="0"/>
              </a:spcBef>
              <a:spcAft>
                <a:spcPts val="0"/>
              </a:spcAft>
              <a:buSzPts val="8000"/>
              <a:buFont typeface="Do Hyeon"/>
              <a:buNone/>
              <a:defRPr sz="8000">
                <a:latin typeface="Do Hyeon"/>
                <a:ea typeface="Do Hyeon"/>
                <a:cs typeface="Do Hyeon"/>
                <a:sym typeface="Do Hyeon"/>
              </a:defRPr>
            </a:lvl8pPr>
            <a:lvl9pPr lvl="8" algn="ctr">
              <a:spcBef>
                <a:spcPts val="0"/>
              </a:spcBef>
              <a:spcAft>
                <a:spcPts val="0"/>
              </a:spcAft>
              <a:buSzPts val="8000"/>
              <a:buFont typeface="Do Hyeon"/>
              <a:buNone/>
              <a:defRPr sz="8000">
                <a:latin typeface="Do Hyeon"/>
                <a:ea typeface="Do Hyeon"/>
                <a:cs typeface="Do Hyeon"/>
                <a:sym typeface="Do Hyeon"/>
              </a:defRPr>
            </a:lvl9pPr>
          </a:lstStyle>
          <a:p/>
        </p:txBody>
      </p:sp>
      <p:sp>
        <p:nvSpPr>
          <p:cNvPr id="231" name="Google Shape;231;p45"/>
          <p:cNvSpPr txBox="1"/>
          <p:nvPr>
            <p:ph idx="1" type="subTitle"/>
          </p:nvPr>
        </p:nvSpPr>
        <p:spPr>
          <a:xfrm>
            <a:off x="2752062" y="2608788"/>
            <a:ext cx="3640200" cy="10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8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_1">
    <p:spTree>
      <p:nvGrpSpPr>
        <p:cNvPr id="232" name="Shape 232"/>
        <p:cNvGrpSpPr/>
        <p:nvPr/>
      </p:nvGrpSpPr>
      <p:grpSpPr>
        <a:xfrm>
          <a:off x="0" y="0"/>
          <a:ext cx="0" cy="0"/>
          <a:chOff x="0" y="0"/>
          <a:chExt cx="0" cy="0"/>
        </a:xfrm>
      </p:grpSpPr>
      <p:sp>
        <p:nvSpPr>
          <p:cNvPr id="233" name="Google Shape;233;p46"/>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6"/>
          <p:cNvSpPr txBox="1"/>
          <p:nvPr>
            <p:ph idx="1" type="subTitle"/>
          </p:nvPr>
        </p:nvSpPr>
        <p:spPr>
          <a:xfrm flipH="1">
            <a:off x="2109275" y="4002650"/>
            <a:ext cx="4925400" cy="612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 name="Google Shape;235;p46"/>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_1">
    <p:spTree>
      <p:nvGrpSpPr>
        <p:cNvPr id="236" name="Shape 236"/>
        <p:cNvGrpSpPr/>
        <p:nvPr/>
      </p:nvGrpSpPr>
      <p:grpSpPr>
        <a:xfrm>
          <a:off x="0" y="0"/>
          <a:ext cx="0" cy="0"/>
          <a:chOff x="0" y="0"/>
          <a:chExt cx="0" cy="0"/>
        </a:xfrm>
      </p:grpSpPr>
      <p:sp>
        <p:nvSpPr>
          <p:cNvPr id="237" name="Google Shape;237;p47"/>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7"/>
          <p:cNvSpPr txBox="1"/>
          <p:nvPr>
            <p:ph idx="1" type="subTitle"/>
          </p:nvPr>
        </p:nvSpPr>
        <p:spPr>
          <a:xfrm flipH="1">
            <a:off x="2252700" y="4002650"/>
            <a:ext cx="4638600" cy="612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9" name="Google Shape;239;p47"/>
          <p:cNvSpPr txBox="1"/>
          <p:nvPr>
            <p:ph type="title"/>
          </p:nvPr>
        </p:nvSpPr>
        <p:spPr>
          <a:xfrm>
            <a:off x="713225" y="539125"/>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_1_1">
    <p:spTree>
      <p:nvGrpSpPr>
        <p:cNvPr id="240" name="Shape 240"/>
        <p:cNvGrpSpPr/>
        <p:nvPr/>
      </p:nvGrpSpPr>
      <p:grpSpPr>
        <a:xfrm>
          <a:off x="0" y="0"/>
          <a:ext cx="0" cy="0"/>
          <a:chOff x="0" y="0"/>
          <a:chExt cx="0" cy="0"/>
        </a:xfrm>
      </p:grpSpPr>
      <p:sp>
        <p:nvSpPr>
          <p:cNvPr id="241" name="Google Shape;241;p48"/>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txBox="1"/>
          <p:nvPr>
            <p:ph idx="1" type="subTitle"/>
          </p:nvPr>
        </p:nvSpPr>
        <p:spPr>
          <a:xfrm flipH="1">
            <a:off x="2256750" y="4002650"/>
            <a:ext cx="4630500" cy="612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43" name="Google Shape;243;p48"/>
          <p:cNvSpPr txBox="1"/>
          <p:nvPr>
            <p:ph type="title"/>
          </p:nvPr>
        </p:nvSpPr>
        <p:spPr>
          <a:xfrm>
            <a:off x="713225" y="539125"/>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3">
    <p:spTree>
      <p:nvGrpSpPr>
        <p:cNvPr id="244" name="Shape 244"/>
        <p:cNvGrpSpPr/>
        <p:nvPr/>
      </p:nvGrpSpPr>
      <p:grpSpPr>
        <a:xfrm>
          <a:off x="0" y="0"/>
          <a:ext cx="0" cy="0"/>
          <a:chOff x="0" y="0"/>
          <a:chExt cx="0" cy="0"/>
        </a:xfrm>
      </p:grpSpPr>
      <p:sp>
        <p:nvSpPr>
          <p:cNvPr id="245" name="Google Shape;245;p49"/>
          <p:cNvSpPr txBox="1"/>
          <p:nvPr>
            <p:ph idx="1" type="body"/>
          </p:nvPr>
        </p:nvSpPr>
        <p:spPr>
          <a:xfrm>
            <a:off x="713225" y="1152400"/>
            <a:ext cx="4688400" cy="20550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Prompt"/>
              <a:buChar char="●"/>
              <a:defRPr/>
            </a:lvl1pPr>
            <a:lvl2pPr indent="-317500" lvl="1" marL="914400">
              <a:spcBef>
                <a:spcPts val="0"/>
              </a:spcBef>
              <a:spcAft>
                <a:spcPts val="0"/>
              </a:spcAft>
              <a:buSzPts val="1400"/>
              <a:buFont typeface="Prompt"/>
              <a:buChar char="○"/>
              <a:defRPr/>
            </a:lvl2pPr>
            <a:lvl3pPr indent="-317500" lvl="2" marL="1371600">
              <a:spcBef>
                <a:spcPts val="0"/>
              </a:spcBef>
              <a:spcAft>
                <a:spcPts val="0"/>
              </a:spcAft>
              <a:buSzPts val="1400"/>
              <a:buFont typeface="Prompt"/>
              <a:buChar char="■"/>
              <a:defRPr/>
            </a:lvl3pPr>
            <a:lvl4pPr indent="-317500" lvl="3" marL="1828800">
              <a:spcBef>
                <a:spcPts val="0"/>
              </a:spcBef>
              <a:spcAft>
                <a:spcPts val="0"/>
              </a:spcAft>
              <a:buSzPts val="1400"/>
              <a:buFont typeface="Prompt"/>
              <a:buChar char="●"/>
              <a:defRPr/>
            </a:lvl4pPr>
            <a:lvl5pPr indent="-317500" lvl="4" marL="2286000">
              <a:spcBef>
                <a:spcPts val="0"/>
              </a:spcBef>
              <a:spcAft>
                <a:spcPts val="0"/>
              </a:spcAft>
              <a:buSzPts val="1400"/>
              <a:buFont typeface="Prompt"/>
              <a:buChar char="○"/>
              <a:defRPr/>
            </a:lvl5pPr>
            <a:lvl6pPr indent="-317500" lvl="5" marL="2743200">
              <a:spcBef>
                <a:spcPts val="0"/>
              </a:spcBef>
              <a:spcAft>
                <a:spcPts val="0"/>
              </a:spcAft>
              <a:buSzPts val="1400"/>
              <a:buFont typeface="Prompt"/>
              <a:buChar char="■"/>
              <a:defRPr/>
            </a:lvl6pPr>
            <a:lvl7pPr indent="-317500" lvl="6" marL="3200400">
              <a:spcBef>
                <a:spcPts val="0"/>
              </a:spcBef>
              <a:spcAft>
                <a:spcPts val="0"/>
              </a:spcAft>
              <a:buSzPts val="1400"/>
              <a:buFont typeface="Prompt"/>
              <a:buChar char="●"/>
              <a:defRPr/>
            </a:lvl7pPr>
            <a:lvl8pPr indent="-317500" lvl="7" marL="3657600">
              <a:spcBef>
                <a:spcPts val="0"/>
              </a:spcBef>
              <a:spcAft>
                <a:spcPts val="0"/>
              </a:spcAft>
              <a:buSzPts val="1400"/>
              <a:buFont typeface="Prompt"/>
              <a:buChar char="○"/>
              <a:defRPr/>
            </a:lvl8pPr>
            <a:lvl9pPr indent="-317500" lvl="8" marL="4114800">
              <a:spcBef>
                <a:spcPts val="0"/>
              </a:spcBef>
              <a:spcAft>
                <a:spcPts val="0"/>
              </a:spcAft>
              <a:buSzPts val="1400"/>
              <a:buFont typeface="Prompt"/>
              <a:buChar char="■"/>
              <a:defRPr/>
            </a:lvl9pPr>
          </a:lstStyle>
          <a:p/>
        </p:txBody>
      </p:sp>
      <p:sp>
        <p:nvSpPr>
          <p:cNvPr id="246" name="Google Shape;246;p49"/>
          <p:cNvSpPr/>
          <p:nvPr/>
        </p:nvSpPr>
        <p:spPr>
          <a:xfrm>
            <a:off x="1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9"/>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3_1">
    <p:spTree>
      <p:nvGrpSpPr>
        <p:cNvPr id="248" name="Shape 248"/>
        <p:cNvGrpSpPr/>
        <p:nvPr/>
      </p:nvGrpSpPr>
      <p:grpSpPr>
        <a:xfrm>
          <a:off x="0" y="0"/>
          <a:ext cx="0" cy="0"/>
          <a:chOff x="0" y="0"/>
          <a:chExt cx="0" cy="0"/>
        </a:xfrm>
      </p:grpSpPr>
      <p:sp>
        <p:nvSpPr>
          <p:cNvPr id="249" name="Google Shape;249;p50"/>
          <p:cNvSpPr/>
          <p:nvPr/>
        </p:nvSpPr>
        <p:spPr>
          <a:xfrm>
            <a:off x="188" y="4935735"/>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0"/>
          <p:cNvSpPr/>
          <p:nvPr/>
        </p:nvSpPr>
        <p:spPr>
          <a:xfrm>
            <a:off x="188" y="4573635"/>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0"/>
          <p:cNvSpPr txBox="1"/>
          <p:nvPr>
            <p:ph type="title"/>
          </p:nvPr>
        </p:nvSpPr>
        <p:spPr>
          <a:xfrm>
            <a:off x="1232513" y="2571738"/>
            <a:ext cx="6678900" cy="10269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Font typeface="Space Mono"/>
              <a:buNone/>
              <a:defRPr>
                <a:latin typeface="Space Mono"/>
                <a:ea typeface="Space Mono"/>
                <a:cs typeface="Space Mono"/>
                <a:sym typeface="Space Mono"/>
              </a:defRPr>
            </a:lvl2pPr>
            <a:lvl3pPr lvl="2" algn="ctr">
              <a:spcBef>
                <a:spcPts val="0"/>
              </a:spcBef>
              <a:spcAft>
                <a:spcPts val="0"/>
              </a:spcAft>
              <a:buSzPts val="3000"/>
              <a:buFont typeface="Space Mono"/>
              <a:buNone/>
              <a:defRPr>
                <a:latin typeface="Space Mono"/>
                <a:ea typeface="Space Mono"/>
                <a:cs typeface="Space Mono"/>
                <a:sym typeface="Space Mono"/>
              </a:defRPr>
            </a:lvl3pPr>
            <a:lvl4pPr lvl="3" algn="ctr">
              <a:spcBef>
                <a:spcPts val="0"/>
              </a:spcBef>
              <a:spcAft>
                <a:spcPts val="0"/>
              </a:spcAft>
              <a:buSzPts val="3000"/>
              <a:buFont typeface="Space Mono"/>
              <a:buNone/>
              <a:defRPr>
                <a:latin typeface="Space Mono"/>
                <a:ea typeface="Space Mono"/>
                <a:cs typeface="Space Mono"/>
                <a:sym typeface="Space Mono"/>
              </a:defRPr>
            </a:lvl4pPr>
            <a:lvl5pPr lvl="4" algn="ctr">
              <a:spcBef>
                <a:spcPts val="0"/>
              </a:spcBef>
              <a:spcAft>
                <a:spcPts val="0"/>
              </a:spcAft>
              <a:buSzPts val="3000"/>
              <a:buFont typeface="Space Mono"/>
              <a:buNone/>
              <a:defRPr>
                <a:latin typeface="Space Mono"/>
                <a:ea typeface="Space Mono"/>
                <a:cs typeface="Space Mono"/>
                <a:sym typeface="Space Mono"/>
              </a:defRPr>
            </a:lvl5pPr>
            <a:lvl6pPr lvl="5" algn="ctr">
              <a:spcBef>
                <a:spcPts val="0"/>
              </a:spcBef>
              <a:spcAft>
                <a:spcPts val="0"/>
              </a:spcAft>
              <a:buSzPts val="3000"/>
              <a:buFont typeface="Space Mono"/>
              <a:buNone/>
              <a:defRPr>
                <a:latin typeface="Space Mono"/>
                <a:ea typeface="Space Mono"/>
                <a:cs typeface="Space Mono"/>
                <a:sym typeface="Space Mono"/>
              </a:defRPr>
            </a:lvl6pPr>
            <a:lvl7pPr lvl="6" algn="ctr">
              <a:spcBef>
                <a:spcPts val="0"/>
              </a:spcBef>
              <a:spcAft>
                <a:spcPts val="0"/>
              </a:spcAft>
              <a:buSzPts val="3000"/>
              <a:buFont typeface="Space Mono"/>
              <a:buNone/>
              <a:defRPr>
                <a:latin typeface="Space Mono"/>
                <a:ea typeface="Space Mono"/>
                <a:cs typeface="Space Mono"/>
                <a:sym typeface="Space Mono"/>
              </a:defRPr>
            </a:lvl7pPr>
            <a:lvl8pPr lvl="7" algn="ctr">
              <a:spcBef>
                <a:spcPts val="0"/>
              </a:spcBef>
              <a:spcAft>
                <a:spcPts val="0"/>
              </a:spcAft>
              <a:buSzPts val="3000"/>
              <a:buFont typeface="Space Mono"/>
              <a:buNone/>
              <a:defRPr>
                <a:latin typeface="Space Mono"/>
                <a:ea typeface="Space Mono"/>
                <a:cs typeface="Space Mono"/>
                <a:sym typeface="Space Mono"/>
              </a:defRPr>
            </a:lvl8pPr>
            <a:lvl9pPr lvl="8" algn="ctr">
              <a:spcBef>
                <a:spcPts val="0"/>
              </a:spcBef>
              <a:spcAft>
                <a:spcPts val="0"/>
              </a:spcAft>
              <a:buSzPts val="3000"/>
              <a:buFont typeface="Space Mono"/>
              <a:buNone/>
              <a:defRPr>
                <a:latin typeface="Space Mono"/>
                <a:ea typeface="Space Mono"/>
                <a:cs typeface="Space Mono"/>
                <a:sym typeface="Space Mono"/>
              </a:defRPr>
            </a:lvl9pPr>
          </a:lstStyle>
          <a:p/>
        </p:txBody>
      </p:sp>
      <p:sp>
        <p:nvSpPr>
          <p:cNvPr id="252" name="Google Shape;252;p50"/>
          <p:cNvSpPr txBox="1"/>
          <p:nvPr>
            <p:ph idx="1" type="subTitle"/>
          </p:nvPr>
        </p:nvSpPr>
        <p:spPr>
          <a:xfrm>
            <a:off x="1232588" y="3751038"/>
            <a:ext cx="6678900" cy="570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
    <p:spTree>
      <p:nvGrpSpPr>
        <p:cNvPr id="253" name="Shape 253"/>
        <p:cNvGrpSpPr/>
        <p:nvPr/>
      </p:nvGrpSpPr>
      <p:grpSpPr>
        <a:xfrm>
          <a:off x="0" y="0"/>
          <a:ext cx="0" cy="0"/>
          <a:chOff x="0" y="0"/>
          <a:chExt cx="0" cy="0"/>
        </a:xfrm>
      </p:grpSpPr>
      <p:sp>
        <p:nvSpPr>
          <p:cNvPr id="254" name="Google Shape;254;p51"/>
          <p:cNvSpPr txBox="1"/>
          <p:nvPr>
            <p:ph idx="1" type="subTitle"/>
          </p:nvPr>
        </p:nvSpPr>
        <p:spPr>
          <a:xfrm>
            <a:off x="713281" y="1666425"/>
            <a:ext cx="3756600" cy="572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5" name="Google Shape;255;p51"/>
          <p:cNvSpPr txBox="1"/>
          <p:nvPr>
            <p:ph idx="2" type="subTitle"/>
          </p:nvPr>
        </p:nvSpPr>
        <p:spPr>
          <a:xfrm>
            <a:off x="713255" y="3513975"/>
            <a:ext cx="3756600" cy="57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6" name="Google Shape;256;p51"/>
          <p:cNvSpPr txBox="1"/>
          <p:nvPr>
            <p:ph idx="3" type="subTitle"/>
          </p:nvPr>
        </p:nvSpPr>
        <p:spPr>
          <a:xfrm>
            <a:off x="713299" y="2315328"/>
            <a:ext cx="3756600" cy="4542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257" name="Google Shape;257;p51"/>
          <p:cNvSpPr txBox="1"/>
          <p:nvPr>
            <p:ph idx="4" type="subTitle"/>
          </p:nvPr>
        </p:nvSpPr>
        <p:spPr>
          <a:xfrm>
            <a:off x="713225" y="2983575"/>
            <a:ext cx="3756600" cy="4542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258" name="Google Shape;258;p51"/>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259" name="Google Shape;259;p51"/>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2_1">
    <p:spTree>
      <p:nvGrpSpPr>
        <p:cNvPr id="260" name="Shape 260"/>
        <p:cNvGrpSpPr/>
        <p:nvPr/>
      </p:nvGrpSpPr>
      <p:grpSpPr>
        <a:xfrm>
          <a:off x="0" y="0"/>
          <a:ext cx="0" cy="0"/>
          <a:chOff x="0" y="0"/>
          <a:chExt cx="0" cy="0"/>
        </a:xfrm>
      </p:grpSpPr>
      <p:sp>
        <p:nvSpPr>
          <p:cNvPr id="261" name="Google Shape;261;p52"/>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262" name="Google Shape;262;p52"/>
          <p:cNvSpPr txBox="1"/>
          <p:nvPr>
            <p:ph idx="1" type="subTitle"/>
          </p:nvPr>
        </p:nvSpPr>
        <p:spPr>
          <a:xfrm>
            <a:off x="713228" y="3889558"/>
            <a:ext cx="2614500" cy="478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3" name="Google Shape;263;p52"/>
          <p:cNvSpPr txBox="1"/>
          <p:nvPr>
            <p:ph idx="2" type="subTitle"/>
          </p:nvPr>
        </p:nvSpPr>
        <p:spPr>
          <a:xfrm>
            <a:off x="713228" y="3395282"/>
            <a:ext cx="2614500" cy="478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264" name="Google Shape;264;p52"/>
          <p:cNvSpPr txBox="1"/>
          <p:nvPr>
            <p:ph idx="3" type="subTitle"/>
          </p:nvPr>
        </p:nvSpPr>
        <p:spPr>
          <a:xfrm>
            <a:off x="5816125" y="3889550"/>
            <a:ext cx="2614500" cy="478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5" name="Google Shape;265;p52"/>
          <p:cNvSpPr txBox="1"/>
          <p:nvPr>
            <p:ph idx="4" type="subTitle"/>
          </p:nvPr>
        </p:nvSpPr>
        <p:spPr>
          <a:xfrm flipH="1">
            <a:off x="5816125" y="3395276"/>
            <a:ext cx="2614500" cy="478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2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200"/>
              <a:buFont typeface="Space Mono"/>
              <a:buNone/>
              <a:defRPr b="1" sz="2200">
                <a:latin typeface="Space Mono"/>
                <a:ea typeface="Space Mono"/>
                <a:cs typeface="Space Mono"/>
                <a:sym typeface="Space Mono"/>
              </a:defRPr>
            </a:lvl2pPr>
            <a:lvl3pPr lvl="2" algn="ctr">
              <a:lnSpc>
                <a:spcPct val="100000"/>
              </a:lnSpc>
              <a:spcBef>
                <a:spcPts val="0"/>
              </a:spcBef>
              <a:spcAft>
                <a:spcPts val="0"/>
              </a:spcAft>
              <a:buSzPts val="2200"/>
              <a:buFont typeface="Space Mono"/>
              <a:buNone/>
              <a:defRPr b="1" sz="2200">
                <a:latin typeface="Space Mono"/>
                <a:ea typeface="Space Mono"/>
                <a:cs typeface="Space Mono"/>
                <a:sym typeface="Space Mono"/>
              </a:defRPr>
            </a:lvl3pPr>
            <a:lvl4pPr lvl="3" algn="ctr">
              <a:lnSpc>
                <a:spcPct val="100000"/>
              </a:lnSpc>
              <a:spcBef>
                <a:spcPts val="0"/>
              </a:spcBef>
              <a:spcAft>
                <a:spcPts val="0"/>
              </a:spcAft>
              <a:buSzPts val="2200"/>
              <a:buFont typeface="Space Mono"/>
              <a:buNone/>
              <a:defRPr b="1" sz="2200">
                <a:latin typeface="Space Mono"/>
                <a:ea typeface="Space Mono"/>
                <a:cs typeface="Space Mono"/>
                <a:sym typeface="Space Mono"/>
              </a:defRPr>
            </a:lvl4pPr>
            <a:lvl5pPr lvl="4" algn="ctr">
              <a:lnSpc>
                <a:spcPct val="100000"/>
              </a:lnSpc>
              <a:spcBef>
                <a:spcPts val="0"/>
              </a:spcBef>
              <a:spcAft>
                <a:spcPts val="0"/>
              </a:spcAft>
              <a:buSzPts val="2200"/>
              <a:buFont typeface="Space Mono"/>
              <a:buNone/>
              <a:defRPr b="1" sz="2200">
                <a:latin typeface="Space Mono"/>
                <a:ea typeface="Space Mono"/>
                <a:cs typeface="Space Mono"/>
                <a:sym typeface="Space Mono"/>
              </a:defRPr>
            </a:lvl5pPr>
            <a:lvl6pPr lvl="5" algn="ctr">
              <a:lnSpc>
                <a:spcPct val="100000"/>
              </a:lnSpc>
              <a:spcBef>
                <a:spcPts val="0"/>
              </a:spcBef>
              <a:spcAft>
                <a:spcPts val="0"/>
              </a:spcAft>
              <a:buSzPts val="2200"/>
              <a:buFont typeface="Space Mono"/>
              <a:buNone/>
              <a:defRPr b="1" sz="2200">
                <a:latin typeface="Space Mono"/>
                <a:ea typeface="Space Mono"/>
                <a:cs typeface="Space Mono"/>
                <a:sym typeface="Space Mono"/>
              </a:defRPr>
            </a:lvl6pPr>
            <a:lvl7pPr lvl="6" algn="ctr">
              <a:lnSpc>
                <a:spcPct val="100000"/>
              </a:lnSpc>
              <a:spcBef>
                <a:spcPts val="0"/>
              </a:spcBef>
              <a:spcAft>
                <a:spcPts val="0"/>
              </a:spcAft>
              <a:buSzPts val="2200"/>
              <a:buFont typeface="Space Mono"/>
              <a:buNone/>
              <a:defRPr b="1" sz="2200">
                <a:latin typeface="Space Mono"/>
                <a:ea typeface="Space Mono"/>
                <a:cs typeface="Space Mono"/>
                <a:sym typeface="Space Mono"/>
              </a:defRPr>
            </a:lvl7pPr>
            <a:lvl8pPr lvl="7" algn="ctr">
              <a:lnSpc>
                <a:spcPct val="100000"/>
              </a:lnSpc>
              <a:spcBef>
                <a:spcPts val="0"/>
              </a:spcBef>
              <a:spcAft>
                <a:spcPts val="0"/>
              </a:spcAft>
              <a:buSzPts val="2200"/>
              <a:buFont typeface="Space Mono"/>
              <a:buNone/>
              <a:defRPr b="1" sz="2200">
                <a:latin typeface="Space Mono"/>
                <a:ea typeface="Space Mono"/>
                <a:cs typeface="Space Mono"/>
                <a:sym typeface="Space Mono"/>
              </a:defRPr>
            </a:lvl8pPr>
            <a:lvl9pPr lvl="8" algn="ctr">
              <a:lnSpc>
                <a:spcPct val="100000"/>
              </a:lnSpc>
              <a:spcBef>
                <a:spcPts val="0"/>
              </a:spcBef>
              <a:spcAft>
                <a:spcPts val="0"/>
              </a:spcAft>
              <a:buSzPts val="2200"/>
              <a:buFont typeface="Space Mono"/>
              <a:buNone/>
              <a:defRPr b="1" sz="2200">
                <a:latin typeface="Space Mono"/>
                <a:ea typeface="Space Mono"/>
                <a:cs typeface="Space Mono"/>
                <a:sym typeface="Space Mono"/>
              </a:defRPr>
            </a:lvl9pPr>
          </a:lstStyle>
          <a:p/>
        </p:txBody>
      </p:sp>
      <p:sp>
        <p:nvSpPr>
          <p:cNvPr id="266" name="Google Shape;266;p52"/>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2_1_1">
    <p:spTree>
      <p:nvGrpSpPr>
        <p:cNvPr id="267" name="Shape 267"/>
        <p:cNvGrpSpPr/>
        <p:nvPr/>
      </p:nvGrpSpPr>
      <p:grpSpPr>
        <a:xfrm>
          <a:off x="0" y="0"/>
          <a:ext cx="0" cy="0"/>
          <a:chOff x="0" y="0"/>
          <a:chExt cx="0" cy="0"/>
        </a:xfrm>
      </p:grpSpPr>
      <p:grpSp>
        <p:nvGrpSpPr>
          <p:cNvPr id="268" name="Google Shape;268;p53"/>
          <p:cNvGrpSpPr/>
          <p:nvPr/>
        </p:nvGrpSpPr>
        <p:grpSpPr>
          <a:xfrm>
            <a:off x="-13200" y="4521975"/>
            <a:ext cx="9170400" cy="621523"/>
            <a:chOff x="-13200" y="4521975"/>
            <a:chExt cx="9170400" cy="621523"/>
          </a:xfrm>
        </p:grpSpPr>
        <p:sp>
          <p:nvSpPr>
            <p:cNvPr id="269" name="Google Shape;269;p53"/>
            <p:cNvSpPr/>
            <p:nvPr/>
          </p:nvSpPr>
          <p:spPr>
            <a:xfrm flipH="1" rot="10800000">
              <a:off x="-13200" y="4521975"/>
              <a:ext cx="91704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3"/>
            <p:cNvSpPr/>
            <p:nvPr/>
          </p:nvSpPr>
          <p:spPr>
            <a:xfrm>
              <a:off x="50" y="49118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53"/>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272" name="Google Shape;272;p53"/>
          <p:cNvSpPr txBox="1"/>
          <p:nvPr>
            <p:ph idx="1" type="subTitle"/>
          </p:nvPr>
        </p:nvSpPr>
        <p:spPr>
          <a:xfrm>
            <a:off x="713225" y="2298975"/>
            <a:ext cx="3405600" cy="524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600"/>
              <a:buFont typeface="Syncopate"/>
              <a:buNone/>
              <a:defRPr sz="2000">
                <a:latin typeface="Space Mono"/>
                <a:ea typeface="Space Mono"/>
                <a:cs typeface="Space Mono"/>
                <a:sym typeface="Space Mono"/>
              </a:defRPr>
            </a:lvl1pPr>
            <a:lvl2pPr lvl="1" algn="ctr">
              <a:lnSpc>
                <a:spcPct val="100000"/>
              </a:lnSpc>
              <a:spcBef>
                <a:spcPts val="0"/>
              </a:spcBef>
              <a:spcAft>
                <a:spcPts val="0"/>
              </a:spcAft>
              <a:buSzPts val="1600"/>
              <a:buFont typeface="Syncopate"/>
              <a:buNone/>
              <a:defRPr b="1" sz="1600">
                <a:latin typeface="Syncopate"/>
                <a:ea typeface="Syncopate"/>
                <a:cs typeface="Syncopate"/>
                <a:sym typeface="Syncopate"/>
              </a:defRPr>
            </a:lvl2pPr>
            <a:lvl3pPr lvl="2" algn="ctr">
              <a:lnSpc>
                <a:spcPct val="100000"/>
              </a:lnSpc>
              <a:spcBef>
                <a:spcPts val="0"/>
              </a:spcBef>
              <a:spcAft>
                <a:spcPts val="0"/>
              </a:spcAft>
              <a:buSzPts val="1600"/>
              <a:buFont typeface="Syncopate"/>
              <a:buNone/>
              <a:defRPr b="1" sz="1600">
                <a:latin typeface="Syncopate"/>
                <a:ea typeface="Syncopate"/>
                <a:cs typeface="Syncopate"/>
                <a:sym typeface="Syncopate"/>
              </a:defRPr>
            </a:lvl3pPr>
            <a:lvl4pPr lvl="3" algn="ctr">
              <a:lnSpc>
                <a:spcPct val="100000"/>
              </a:lnSpc>
              <a:spcBef>
                <a:spcPts val="0"/>
              </a:spcBef>
              <a:spcAft>
                <a:spcPts val="0"/>
              </a:spcAft>
              <a:buSzPts val="1600"/>
              <a:buFont typeface="Syncopate"/>
              <a:buNone/>
              <a:defRPr b="1" sz="1600">
                <a:latin typeface="Syncopate"/>
                <a:ea typeface="Syncopate"/>
                <a:cs typeface="Syncopate"/>
                <a:sym typeface="Syncopate"/>
              </a:defRPr>
            </a:lvl4pPr>
            <a:lvl5pPr lvl="4" algn="ctr">
              <a:lnSpc>
                <a:spcPct val="100000"/>
              </a:lnSpc>
              <a:spcBef>
                <a:spcPts val="0"/>
              </a:spcBef>
              <a:spcAft>
                <a:spcPts val="0"/>
              </a:spcAft>
              <a:buSzPts val="1600"/>
              <a:buFont typeface="Syncopate"/>
              <a:buNone/>
              <a:defRPr b="1" sz="1600">
                <a:latin typeface="Syncopate"/>
                <a:ea typeface="Syncopate"/>
                <a:cs typeface="Syncopate"/>
                <a:sym typeface="Syncopate"/>
              </a:defRPr>
            </a:lvl5pPr>
            <a:lvl6pPr lvl="5" algn="ctr">
              <a:lnSpc>
                <a:spcPct val="100000"/>
              </a:lnSpc>
              <a:spcBef>
                <a:spcPts val="0"/>
              </a:spcBef>
              <a:spcAft>
                <a:spcPts val="0"/>
              </a:spcAft>
              <a:buSzPts val="1600"/>
              <a:buFont typeface="Syncopate"/>
              <a:buNone/>
              <a:defRPr b="1" sz="1600">
                <a:latin typeface="Syncopate"/>
                <a:ea typeface="Syncopate"/>
                <a:cs typeface="Syncopate"/>
                <a:sym typeface="Syncopate"/>
              </a:defRPr>
            </a:lvl6pPr>
            <a:lvl7pPr lvl="6" algn="ctr">
              <a:lnSpc>
                <a:spcPct val="100000"/>
              </a:lnSpc>
              <a:spcBef>
                <a:spcPts val="0"/>
              </a:spcBef>
              <a:spcAft>
                <a:spcPts val="0"/>
              </a:spcAft>
              <a:buSzPts val="1600"/>
              <a:buFont typeface="Syncopate"/>
              <a:buNone/>
              <a:defRPr b="1" sz="1600">
                <a:latin typeface="Syncopate"/>
                <a:ea typeface="Syncopate"/>
                <a:cs typeface="Syncopate"/>
                <a:sym typeface="Syncopate"/>
              </a:defRPr>
            </a:lvl7pPr>
            <a:lvl8pPr lvl="7" algn="ctr">
              <a:lnSpc>
                <a:spcPct val="100000"/>
              </a:lnSpc>
              <a:spcBef>
                <a:spcPts val="0"/>
              </a:spcBef>
              <a:spcAft>
                <a:spcPts val="0"/>
              </a:spcAft>
              <a:buSzPts val="1600"/>
              <a:buFont typeface="Syncopate"/>
              <a:buNone/>
              <a:defRPr b="1" sz="1600">
                <a:latin typeface="Syncopate"/>
                <a:ea typeface="Syncopate"/>
                <a:cs typeface="Syncopate"/>
                <a:sym typeface="Syncopate"/>
              </a:defRPr>
            </a:lvl8pPr>
            <a:lvl9pPr lvl="8" algn="ctr">
              <a:lnSpc>
                <a:spcPct val="100000"/>
              </a:lnSpc>
              <a:spcBef>
                <a:spcPts val="0"/>
              </a:spcBef>
              <a:spcAft>
                <a:spcPts val="0"/>
              </a:spcAft>
              <a:buSzPts val="1600"/>
              <a:buFont typeface="Syncopate"/>
              <a:buNone/>
              <a:defRPr b="1" sz="1600">
                <a:latin typeface="Syncopate"/>
                <a:ea typeface="Syncopate"/>
                <a:cs typeface="Syncopate"/>
                <a:sym typeface="Syncopate"/>
              </a:defRPr>
            </a:lvl9pPr>
          </a:lstStyle>
          <a:p/>
        </p:txBody>
      </p:sp>
      <p:sp>
        <p:nvSpPr>
          <p:cNvPr id="273" name="Google Shape;273;p53"/>
          <p:cNvSpPr txBox="1"/>
          <p:nvPr>
            <p:ph idx="2" type="subTitle"/>
          </p:nvPr>
        </p:nvSpPr>
        <p:spPr>
          <a:xfrm flipH="1">
            <a:off x="5025375" y="2298975"/>
            <a:ext cx="3405300" cy="524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600"/>
              <a:buFont typeface="Syncopate"/>
              <a:buNone/>
              <a:defRPr sz="2000">
                <a:latin typeface="Space Mono"/>
                <a:ea typeface="Space Mono"/>
                <a:cs typeface="Space Mono"/>
                <a:sym typeface="Space Mono"/>
              </a:defRPr>
            </a:lvl1pPr>
            <a:lvl2pPr lvl="1" algn="ctr">
              <a:lnSpc>
                <a:spcPct val="100000"/>
              </a:lnSpc>
              <a:spcBef>
                <a:spcPts val="0"/>
              </a:spcBef>
              <a:spcAft>
                <a:spcPts val="0"/>
              </a:spcAft>
              <a:buSzPts val="1600"/>
              <a:buFont typeface="Syncopate"/>
              <a:buNone/>
              <a:defRPr b="1" sz="1600">
                <a:latin typeface="Syncopate"/>
                <a:ea typeface="Syncopate"/>
                <a:cs typeface="Syncopate"/>
                <a:sym typeface="Syncopate"/>
              </a:defRPr>
            </a:lvl2pPr>
            <a:lvl3pPr lvl="2" algn="ctr">
              <a:lnSpc>
                <a:spcPct val="100000"/>
              </a:lnSpc>
              <a:spcBef>
                <a:spcPts val="0"/>
              </a:spcBef>
              <a:spcAft>
                <a:spcPts val="0"/>
              </a:spcAft>
              <a:buSzPts val="1600"/>
              <a:buFont typeface="Syncopate"/>
              <a:buNone/>
              <a:defRPr b="1" sz="1600">
                <a:latin typeface="Syncopate"/>
                <a:ea typeface="Syncopate"/>
                <a:cs typeface="Syncopate"/>
                <a:sym typeface="Syncopate"/>
              </a:defRPr>
            </a:lvl3pPr>
            <a:lvl4pPr lvl="3" algn="ctr">
              <a:lnSpc>
                <a:spcPct val="100000"/>
              </a:lnSpc>
              <a:spcBef>
                <a:spcPts val="0"/>
              </a:spcBef>
              <a:spcAft>
                <a:spcPts val="0"/>
              </a:spcAft>
              <a:buSzPts val="1600"/>
              <a:buFont typeface="Syncopate"/>
              <a:buNone/>
              <a:defRPr b="1" sz="1600">
                <a:latin typeface="Syncopate"/>
                <a:ea typeface="Syncopate"/>
                <a:cs typeface="Syncopate"/>
                <a:sym typeface="Syncopate"/>
              </a:defRPr>
            </a:lvl4pPr>
            <a:lvl5pPr lvl="4" algn="ctr">
              <a:lnSpc>
                <a:spcPct val="100000"/>
              </a:lnSpc>
              <a:spcBef>
                <a:spcPts val="0"/>
              </a:spcBef>
              <a:spcAft>
                <a:spcPts val="0"/>
              </a:spcAft>
              <a:buSzPts val="1600"/>
              <a:buFont typeface="Syncopate"/>
              <a:buNone/>
              <a:defRPr b="1" sz="1600">
                <a:latin typeface="Syncopate"/>
                <a:ea typeface="Syncopate"/>
                <a:cs typeface="Syncopate"/>
                <a:sym typeface="Syncopate"/>
              </a:defRPr>
            </a:lvl5pPr>
            <a:lvl6pPr lvl="5" algn="ctr">
              <a:lnSpc>
                <a:spcPct val="100000"/>
              </a:lnSpc>
              <a:spcBef>
                <a:spcPts val="0"/>
              </a:spcBef>
              <a:spcAft>
                <a:spcPts val="0"/>
              </a:spcAft>
              <a:buSzPts val="1600"/>
              <a:buFont typeface="Syncopate"/>
              <a:buNone/>
              <a:defRPr b="1" sz="1600">
                <a:latin typeface="Syncopate"/>
                <a:ea typeface="Syncopate"/>
                <a:cs typeface="Syncopate"/>
                <a:sym typeface="Syncopate"/>
              </a:defRPr>
            </a:lvl6pPr>
            <a:lvl7pPr lvl="6" algn="ctr">
              <a:lnSpc>
                <a:spcPct val="100000"/>
              </a:lnSpc>
              <a:spcBef>
                <a:spcPts val="0"/>
              </a:spcBef>
              <a:spcAft>
                <a:spcPts val="0"/>
              </a:spcAft>
              <a:buSzPts val="1600"/>
              <a:buFont typeface="Syncopate"/>
              <a:buNone/>
              <a:defRPr b="1" sz="1600">
                <a:latin typeface="Syncopate"/>
                <a:ea typeface="Syncopate"/>
                <a:cs typeface="Syncopate"/>
                <a:sym typeface="Syncopate"/>
              </a:defRPr>
            </a:lvl7pPr>
            <a:lvl8pPr lvl="7" algn="ctr">
              <a:lnSpc>
                <a:spcPct val="100000"/>
              </a:lnSpc>
              <a:spcBef>
                <a:spcPts val="0"/>
              </a:spcBef>
              <a:spcAft>
                <a:spcPts val="0"/>
              </a:spcAft>
              <a:buSzPts val="1600"/>
              <a:buFont typeface="Syncopate"/>
              <a:buNone/>
              <a:defRPr b="1" sz="1600">
                <a:latin typeface="Syncopate"/>
                <a:ea typeface="Syncopate"/>
                <a:cs typeface="Syncopate"/>
                <a:sym typeface="Syncopate"/>
              </a:defRPr>
            </a:lvl8pPr>
            <a:lvl9pPr lvl="8" algn="ctr">
              <a:lnSpc>
                <a:spcPct val="100000"/>
              </a:lnSpc>
              <a:spcBef>
                <a:spcPts val="0"/>
              </a:spcBef>
              <a:spcAft>
                <a:spcPts val="0"/>
              </a:spcAft>
              <a:buSzPts val="1600"/>
              <a:buFont typeface="Syncopate"/>
              <a:buNone/>
              <a:defRPr b="1" sz="1600">
                <a:latin typeface="Syncopate"/>
                <a:ea typeface="Syncopate"/>
                <a:cs typeface="Syncopate"/>
                <a:sym typeface="Syncopate"/>
              </a:defRPr>
            </a:lvl9pPr>
          </a:lstStyle>
          <a:p/>
        </p:txBody>
      </p:sp>
      <p:sp>
        <p:nvSpPr>
          <p:cNvPr id="274" name="Google Shape;274;p53"/>
          <p:cNvSpPr txBox="1"/>
          <p:nvPr>
            <p:ph idx="3" type="body"/>
          </p:nvPr>
        </p:nvSpPr>
        <p:spPr>
          <a:xfrm>
            <a:off x="713225" y="2998575"/>
            <a:ext cx="3405600" cy="13710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Arial"/>
              <a:buChar char="■"/>
              <a:defRPr/>
            </a:lvl1pPr>
            <a:lvl2pPr indent="-317500" lvl="1" marL="914400">
              <a:spcBef>
                <a:spcPts val="0"/>
              </a:spcBef>
              <a:spcAft>
                <a:spcPts val="0"/>
              </a:spcAft>
              <a:buSzPts val="1400"/>
              <a:buFont typeface="Arial"/>
              <a:buChar char="○"/>
              <a:defRPr/>
            </a:lvl2pPr>
            <a:lvl3pPr indent="-317500" lvl="2" marL="1371600">
              <a:spcBef>
                <a:spcPts val="0"/>
              </a:spcBef>
              <a:spcAft>
                <a:spcPts val="0"/>
              </a:spcAft>
              <a:buSzPts val="1400"/>
              <a:buFont typeface="Arial"/>
              <a:buChar char="■"/>
              <a:defRPr/>
            </a:lvl3pPr>
            <a:lvl4pPr indent="-317500" lvl="3" marL="1828800">
              <a:spcBef>
                <a:spcPts val="0"/>
              </a:spcBef>
              <a:spcAft>
                <a:spcPts val="0"/>
              </a:spcAft>
              <a:buSzPts val="1400"/>
              <a:buFont typeface="Arial"/>
              <a:buChar char="●"/>
              <a:defRPr/>
            </a:lvl4pPr>
            <a:lvl5pPr indent="-317500" lvl="4" marL="2286000">
              <a:spcBef>
                <a:spcPts val="0"/>
              </a:spcBef>
              <a:spcAft>
                <a:spcPts val="0"/>
              </a:spcAft>
              <a:buSzPts val="1400"/>
              <a:buFont typeface="Arial"/>
              <a:buChar char="○"/>
              <a:defRPr/>
            </a:lvl5pPr>
            <a:lvl6pPr indent="-317500" lvl="5" marL="2743200">
              <a:spcBef>
                <a:spcPts val="0"/>
              </a:spcBef>
              <a:spcAft>
                <a:spcPts val="0"/>
              </a:spcAft>
              <a:buSzPts val="1400"/>
              <a:buFont typeface="Arial"/>
              <a:buChar char="■"/>
              <a:defRPr/>
            </a:lvl6pPr>
            <a:lvl7pPr indent="-317500" lvl="6" marL="3200400">
              <a:spcBef>
                <a:spcPts val="0"/>
              </a:spcBef>
              <a:spcAft>
                <a:spcPts val="0"/>
              </a:spcAft>
              <a:buSzPts val="1400"/>
              <a:buFont typeface="Arial"/>
              <a:buChar char="●"/>
              <a:defRPr/>
            </a:lvl7pPr>
            <a:lvl8pPr indent="-317500" lvl="7" marL="3657600">
              <a:spcBef>
                <a:spcPts val="0"/>
              </a:spcBef>
              <a:spcAft>
                <a:spcPts val="0"/>
              </a:spcAft>
              <a:buSzPts val="1400"/>
              <a:buFont typeface="Arial"/>
              <a:buChar char="○"/>
              <a:defRPr/>
            </a:lvl8pPr>
            <a:lvl9pPr indent="-317500" lvl="8" marL="4114800">
              <a:spcBef>
                <a:spcPts val="0"/>
              </a:spcBef>
              <a:spcAft>
                <a:spcPts val="0"/>
              </a:spcAft>
              <a:buSzPts val="1400"/>
              <a:buFont typeface="Arial"/>
              <a:buChar char="■"/>
              <a:defRPr/>
            </a:lvl9pPr>
          </a:lstStyle>
          <a:p/>
        </p:txBody>
      </p:sp>
      <p:sp>
        <p:nvSpPr>
          <p:cNvPr id="275" name="Google Shape;275;p53"/>
          <p:cNvSpPr txBox="1"/>
          <p:nvPr>
            <p:ph idx="4" type="body"/>
          </p:nvPr>
        </p:nvSpPr>
        <p:spPr>
          <a:xfrm>
            <a:off x="5025075" y="2998575"/>
            <a:ext cx="3988800" cy="13710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Arial"/>
              <a:buChar char="■"/>
              <a:defRPr>
                <a:latin typeface="Fira Sans"/>
                <a:ea typeface="Fira Sans"/>
                <a:cs typeface="Fira Sans"/>
                <a:sym typeface="Fira Sans"/>
              </a:defRPr>
            </a:lvl1pPr>
            <a:lvl2pPr indent="-317500" lvl="1" marL="914400">
              <a:spcBef>
                <a:spcPts val="0"/>
              </a:spcBef>
              <a:spcAft>
                <a:spcPts val="0"/>
              </a:spcAft>
              <a:buSzPts val="1400"/>
              <a:buFont typeface="Arial"/>
              <a:buChar char="○"/>
              <a:defRPr/>
            </a:lvl2pPr>
            <a:lvl3pPr indent="-317500" lvl="2" marL="1371600">
              <a:spcBef>
                <a:spcPts val="0"/>
              </a:spcBef>
              <a:spcAft>
                <a:spcPts val="0"/>
              </a:spcAft>
              <a:buSzPts val="1400"/>
              <a:buFont typeface="Arial"/>
              <a:buChar char="■"/>
              <a:defRPr/>
            </a:lvl3pPr>
            <a:lvl4pPr indent="-317500" lvl="3" marL="1828800">
              <a:spcBef>
                <a:spcPts val="0"/>
              </a:spcBef>
              <a:spcAft>
                <a:spcPts val="0"/>
              </a:spcAft>
              <a:buSzPts val="1400"/>
              <a:buFont typeface="Arial"/>
              <a:buChar char="●"/>
              <a:defRPr/>
            </a:lvl4pPr>
            <a:lvl5pPr indent="-317500" lvl="4" marL="2286000">
              <a:spcBef>
                <a:spcPts val="0"/>
              </a:spcBef>
              <a:spcAft>
                <a:spcPts val="0"/>
              </a:spcAft>
              <a:buSzPts val="1400"/>
              <a:buFont typeface="Arial"/>
              <a:buChar char="○"/>
              <a:defRPr/>
            </a:lvl5pPr>
            <a:lvl6pPr indent="-317500" lvl="5" marL="2743200">
              <a:spcBef>
                <a:spcPts val="0"/>
              </a:spcBef>
              <a:spcAft>
                <a:spcPts val="0"/>
              </a:spcAft>
              <a:buSzPts val="1400"/>
              <a:buFont typeface="Arial"/>
              <a:buChar char="■"/>
              <a:defRPr/>
            </a:lvl6pPr>
            <a:lvl7pPr indent="-317500" lvl="6" marL="3200400">
              <a:spcBef>
                <a:spcPts val="0"/>
              </a:spcBef>
              <a:spcAft>
                <a:spcPts val="0"/>
              </a:spcAft>
              <a:buSzPts val="1400"/>
              <a:buFont typeface="Arial"/>
              <a:buChar char="●"/>
              <a:defRPr/>
            </a:lvl7pPr>
            <a:lvl8pPr indent="-317500" lvl="7" marL="3657600">
              <a:spcBef>
                <a:spcPts val="0"/>
              </a:spcBef>
              <a:spcAft>
                <a:spcPts val="0"/>
              </a:spcAft>
              <a:buSzPts val="1400"/>
              <a:buFont typeface="Arial"/>
              <a:buChar char="○"/>
              <a:defRPr/>
            </a:lvl8pPr>
            <a:lvl9pPr indent="-317500" lvl="8" marL="4114800">
              <a:spcBef>
                <a:spcPts val="0"/>
              </a:spcBef>
              <a:spcAft>
                <a:spcPts val="0"/>
              </a:spcAft>
              <a:buSzPts val="1400"/>
              <a:buFont typeface="Arial"/>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5">
    <p:spTree>
      <p:nvGrpSpPr>
        <p:cNvPr id="276" name="Shape 276"/>
        <p:cNvGrpSpPr/>
        <p:nvPr/>
      </p:nvGrpSpPr>
      <p:grpSpPr>
        <a:xfrm>
          <a:off x="0" y="0"/>
          <a:ext cx="0" cy="0"/>
          <a:chOff x="0" y="0"/>
          <a:chExt cx="0" cy="0"/>
        </a:xfrm>
      </p:grpSpPr>
      <p:sp>
        <p:nvSpPr>
          <p:cNvPr id="277" name="Google Shape;277;p54"/>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278" name="Google Shape;278;p54"/>
          <p:cNvSpPr txBox="1"/>
          <p:nvPr>
            <p:ph idx="1" type="subTitle"/>
          </p:nvPr>
        </p:nvSpPr>
        <p:spPr>
          <a:xfrm>
            <a:off x="713238" y="1888825"/>
            <a:ext cx="3510000" cy="207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9" name="Google Shape;279;p54"/>
          <p:cNvSpPr txBox="1"/>
          <p:nvPr>
            <p:ph idx="2" type="subTitle"/>
          </p:nvPr>
        </p:nvSpPr>
        <p:spPr>
          <a:xfrm>
            <a:off x="4920763" y="1888804"/>
            <a:ext cx="3510000" cy="207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80" name="Google Shape;280;p54"/>
          <p:cNvGrpSpPr/>
          <p:nvPr/>
        </p:nvGrpSpPr>
        <p:grpSpPr>
          <a:xfrm>
            <a:off x="50" y="4704548"/>
            <a:ext cx="9144025" cy="438950"/>
            <a:chOff x="50" y="4704548"/>
            <a:chExt cx="9144025" cy="438950"/>
          </a:xfrm>
        </p:grpSpPr>
        <p:sp>
          <p:nvSpPr>
            <p:cNvPr id="281" name="Google Shape;281;p54"/>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4"/>
            <p:cNvSpPr/>
            <p:nvPr/>
          </p:nvSpPr>
          <p:spPr>
            <a:xfrm flipH="1">
              <a:off x="375" y="4704548"/>
              <a:ext cx="9143700" cy="5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283" name="Shape 283"/>
        <p:cNvGrpSpPr/>
        <p:nvPr/>
      </p:nvGrpSpPr>
      <p:grpSpPr>
        <a:xfrm>
          <a:off x="0" y="0"/>
          <a:ext cx="0" cy="0"/>
          <a:chOff x="0" y="0"/>
          <a:chExt cx="0" cy="0"/>
        </a:xfrm>
      </p:grpSpPr>
      <p:sp>
        <p:nvSpPr>
          <p:cNvPr id="284" name="Google Shape;284;p55"/>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285" name="Google Shape;285;p55"/>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5"/>
          <p:cNvSpPr txBox="1"/>
          <p:nvPr>
            <p:ph idx="1" type="body"/>
          </p:nvPr>
        </p:nvSpPr>
        <p:spPr>
          <a:xfrm>
            <a:off x="713250" y="2638100"/>
            <a:ext cx="2054400" cy="1464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Arial"/>
              <a:buChar char="●"/>
              <a:defRPr/>
            </a:lvl1pPr>
            <a:lvl2pPr indent="-317500" lvl="1" marL="914400">
              <a:spcBef>
                <a:spcPts val="0"/>
              </a:spcBef>
              <a:spcAft>
                <a:spcPts val="0"/>
              </a:spcAft>
              <a:buSzPts val="1400"/>
              <a:buFont typeface="Arial"/>
              <a:buChar char="○"/>
              <a:defRPr/>
            </a:lvl2pPr>
            <a:lvl3pPr indent="-317500" lvl="2" marL="1371600">
              <a:spcBef>
                <a:spcPts val="0"/>
              </a:spcBef>
              <a:spcAft>
                <a:spcPts val="0"/>
              </a:spcAft>
              <a:buSzPts val="1400"/>
              <a:buFont typeface="Arial"/>
              <a:buChar char="■"/>
              <a:defRPr/>
            </a:lvl3pPr>
            <a:lvl4pPr indent="-317500" lvl="3" marL="1828800">
              <a:spcBef>
                <a:spcPts val="0"/>
              </a:spcBef>
              <a:spcAft>
                <a:spcPts val="0"/>
              </a:spcAft>
              <a:buSzPts val="1400"/>
              <a:buFont typeface="Arial"/>
              <a:buChar char="●"/>
              <a:defRPr/>
            </a:lvl4pPr>
            <a:lvl5pPr indent="-317500" lvl="4" marL="2286000">
              <a:spcBef>
                <a:spcPts val="0"/>
              </a:spcBef>
              <a:spcAft>
                <a:spcPts val="0"/>
              </a:spcAft>
              <a:buSzPts val="1400"/>
              <a:buFont typeface="Arial"/>
              <a:buChar char="○"/>
              <a:defRPr/>
            </a:lvl5pPr>
            <a:lvl6pPr indent="-317500" lvl="5" marL="2743200">
              <a:spcBef>
                <a:spcPts val="0"/>
              </a:spcBef>
              <a:spcAft>
                <a:spcPts val="0"/>
              </a:spcAft>
              <a:buSzPts val="1400"/>
              <a:buFont typeface="Arial"/>
              <a:buChar char="■"/>
              <a:defRPr/>
            </a:lvl6pPr>
            <a:lvl7pPr indent="-317500" lvl="6" marL="3200400">
              <a:spcBef>
                <a:spcPts val="0"/>
              </a:spcBef>
              <a:spcAft>
                <a:spcPts val="0"/>
              </a:spcAft>
              <a:buSzPts val="1400"/>
              <a:buFont typeface="Arial"/>
              <a:buChar char="●"/>
              <a:defRPr/>
            </a:lvl7pPr>
            <a:lvl8pPr indent="-317500" lvl="7" marL="3657600">
              <a:spcBef>
                <a:spcPts val="0"/>
              </a:spcBef>
              <a:spcAft>
                <a:spcPts val="0"/>
              </a:spcAft>
              <a:buSzPts val="1400"/>
              <a:buFont typeface="Arial"/>
              <a:buChar char="○"/>
              <a:defRPr/>
            </a:lvl8pPr>
            <a:lvl9pPr indent="-317500" lvl="8" marL="4114800">
              <a:spcBef>
                <a:spcPts val="0"/>
              </a:spcBef>
              <a:spcAft>
                <a:spcPts val="0"/>
              </a:spcAft>
              <a:buSzPts val="1400"/>
              <a:buFont typeface="Arial"/>
              <a:buChar char="■"/>
              <a:defRPr/>
            </a:lvl9pPr>
          </a:lstStyle>
          <a:p/>
        </p:txBody>
      </p:sp>
      <p:sp>
        <p:nvSpPr>
          <p:cNvPr id="287" name="Google Shape;287;p55"/>
          <p:cNvSpPr txBox="1"/>
          <p:nvPr>
            <p:ph idx="2" type="body"/>
          </p:nvPr>
        </p:nvSpPr>
        <p:spPr>
          <a:xfrm>
            <a:off x="3544900" y="2638100"/>
            <a:ext cx="2054400" cy="1464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Arial"/>
              <a:buChar char="●"/>
              <a:defRPr/>
            </a:lvl1pPr>
            <a:lvl2pPr indent="-317500" lvl="1" marL="914400">
              <a:spcBef>
                <a:spcPts val="0"/>
              </a:spcBef>
              <a:spcAft>
                <a:spcPts val="0"/>
              </a:spcAft>
              <a:buSzPts val="1400"/>
              <a:buFont typeface="Arial"/>
              <a:buChar char="○"/>
              <a:defRPr/>
            </a:lvl2pPr>
            <a:lvl3pPr indent="-317500" lvl="2" marL="1371600">
              <a:spcBef>
                <a:spcPts val="0"/>
              </a:spcBef>
              <a:spcAft>
                <a:spcPts val="0"/>
              </a:spcAft>
              <a:buSzPts val="1400"/>
              <a:buFont typeface="Arial"/>
              <a:buChar char="■"/>
              <a:defRPr/>
            </a:lvl3pPr>
            <a:lvl4pPr indent="-317500" lvl="3" marL="1828800">
              <a:spcBef>
                <a:spcPts val="0"/>
              </a:spcBef>
              <a:spcAft>
                <a:spcPts val="0"/>
              </a:spcAft>
              <a:buSzPts val="1400"/>
              <a:buFont typeface="Arial"/>
              <a:buChar char="●"/>
              <a:defRPr/>
            </a:lvl4pPr>
            <a:lvl5pPr indent="-317500" lvl="4" marL="2286000">
              <a:spcBef>
                <a:spcPts val="0"/>
              </a:spcBef>
              <a:spcAft>
                <a:spcPts val="0"/>
              </a:spcAft>
              <a:buSzPts val="1400"/>
              <a:buFont typeface="Arial"/>
              <a:buChar char="○"/>
              <a:defRPr/>
            </a:lvl5pPr>
            <a:lvl6pPr indent="-317500" lvl="5" marL="2743200">
              <a:spcBef>
                <a:spcPts val="0"/>
              </a:spcBef>
              <a:spcAft>
                <a:spcPts val="0"/>
              </a:spcAft>
              <a:buSzPts val="1400"/>
              <a:buFont typeface="Arial"/>
              <a:buChar char="■"/>
              <a:defRPr/>
            </a:lvl6pPr>
            <a:lvl7pPr indent="-317500" lvl="6" marL="3200400">
              <a:spcBef>
                <a:spcPts val="0"/>
              </a:spcBef>
              <a:spcAft>
                <a:spcPts val="0"/>
              </a:spcAft>
              <a:buSzPts val="1400"/>
              <a:buFont typeface="Arial"/>
              <a:buChar char="●"/>
              <a:defRPr/>
            </a:lvl7pPr>
            <a:lvl8pPr indent="-317500" lvl="7" marL="3657600">
              <a:spcBef>
                <a:spcPts val="0"/>
              </a:spcBef>
              <a:spcAft>
                <a:spcPts val="0"/>
              </a:spcAft>
              <a:buSzPts val="1400"/>
              <a:buFont typeface="Arial"/>
              <a:buChar char="○"/>
              <a:defRPr/>
            </a:lvl8pPr>
            <a:lvl9pPr indent="-317500" lvl="8" marL="4114800">
              <a:spcBef>
                <a:spcPts val="0"/>
              </a:spcBef>
              <a:spcAft>
                <a:spcPts val="0"/>
              </a:spcAft>
              <a:buSzPts val="1400"/>
              <a:buFont typeface="Arial"/>
              <a:buChar char="■"/>
              <a:defRPr/>
            </a:lvl9pPr>
          </a:lstStyle>
          <a:p/>
        </p:txBody>
      </p:sp>
      <p:sp>
        <p:nvSpPr>
          <p:cNvPr id="288" name="Google Shape;288;p55"/>
          <p:cNvSpPr txBox="1"/>
          <p:nvPr>
            <p:ph idx="3" type="body"/>
          </p:nvPr>
        </p:nvSpPr>
        <p:spPr>
          <a:xfrm>
            <a:off x="6376375" y="2638100"/>
            <a:ext cx="2054400" cy="1464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Arial"/>
              <a:buChar char="●"/>
              <a:defRPr/>
            </a:lvl1pPr>
            <a:lvl2pPr indent="-317500" lvl="1" marL="914400">
              <a:spcBef>
                <a:spcPts val="0"/>
              </a:spcBef>
              <a:spcAft>
                <a:spcPts val="0"/>
              </a:spcAft>
              <a:buSzPts val="1400"/>
              <a:buFont typeface="Arial"/>
              <a:buChar char="○"/>
              <a:defRPr/>
            </a:lvl2pPr>
            <a:lvl3pPr indent="-317500" lvl="2" marL="1371600">
              <a:spcBef>
                <a:spcPts val="0"/>
              </a:spcBef>
              <a:spcAft>
                <a:spcPts val="0"/>
              </a:spcAft>
              <a:buSzPts val="1400"/>
              <a:buFont typeface="Arial"/>
              <a:buChar char="■"/>
              <a:defRPr/>
            </a:lvl3pPr>
            <a:lvl4pPr indent="-317500" lvl="3" marL="1828800">
              <a:spcBef>
                <a:spcPts val="0"/>
              </a:spcBef>
              <a:spcAft>
                <a:spcPts val="0"/>
              </a:spcAft>
              <a:buSzPts val="1400"/>
              <a:buFont typeface="Arial"/>
              <a:buChar char="●"/>
              <a:defRPr/>
            </a:lvl4pPr>
            <a:lvl5pPr indent="-317500" lvl="4" marL="2286000">
              <a:spcBef>
                <a:spcPts val="0"/>
              </a:spcBef>
              <a:spcAft>
                <a:spcPts val="0"/>
              </a:spcAft>
              <a:buSzPts val="1400"/>
              <a:buFont typeface="Arial"/>
              <a:buChar char="○"/>
              <a:defRPr/>
            </a:lvl5pPr>
            <a:lvl6pPr indent="-317500" lvl="5" marL="2743200">
              <a:spcBef>
                <a:spcPts val="0"/>
              </a:spcBef>
              <a:spcAft>
                <a:spcPts val="0"/>
              </a:spcAft>
              <a:buSzPts val="1400"/>
              <a:buFont typeface="Arial"/>
              <a:buChar char="■"/>
              <a:defRPr/>
            </a:lvl6pPr>
            <a:lvl7pPr indent="-317500" lvl="6" marL="3200400">
              <a:spcBef>
                <a:spcPts val="0"/>
              </a:spcBef>
              <a:spcAft>
                <a:spcPts val="0"/>
              </a:spcAft>
              <a:buSzPts val="1400"/>
              <a:buFont typeface="Arial"/>
              <a:buChar char="●"/>
              <a:defRPr/>
            </a:lvl7pPr>
            <a:lvl8pPr indent="-317500" lvl="7" marL="3657600">
              <a:spcBef>
                <a:spcPts val="0"/>
              </a:spcBef>
              <a:spcAft>
                <a:spcPts val="0"/>
              </a:spcAft>
              <a:buSzPts val="1400"/>
              <a:buFont typeface="Arial"/>
              <a:buChar char="○"/>
              <a:defRPr/>
            </a:lvl8pPr>
            <a:lvl9pPr indent="-317500" lvl="8" marL="4114800">
              <a:spcBef>
                <a:spcPts val="0"/>
              </a:spcBef>
              <a:spcAft>
                <a:spcPts val="0"/>
              </a:spcAft>
              <a:buSzPts val="1400"/>
              <a:buFont typeface="Arial"/>
              <a:buChar char="■"/>
              <a:defRPr/>
            </a:lvl9pPr>
          </a:lstStyle>
          <a:p/>
        </p:txBody>
      </p:sp>
      <p:sp>
        <p:nvSpPr>
          <p:cNvPr id="289" name="Google Shape;289;p55"/>
          <p:cNvSpPr txBox="1"/>
          <p:nvPr>
            <p:ph idx="4" type="subTitle"/>
          </p:nvPr>
        </p:nvSpPr>
        <p:spPr>
          <a:xfrm>
            <a:off x="713275" y="1869500"/>
            <a:ext cx="2054400" cy="768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290" name="Google Shape;290;p55"/>
          <p:cNvSpPr txBox="1"/>
          <p:nvPr>
            <p:ph idx="5" type="subTitle"/>
          </p:nvPr>
        </p:nvSpPr>
        <p:spPr>
          <a:xfrm>
            <a:off x="3544800" y="1869500"/>
            <a:ext cx="2054400" cy="768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291" name="Google Shape;291;p55"/>
          <p:cNvSpPr txBox="1"/>
          <p:nvPr>
            <p:ph idx="6" type="subTitle"/>
          </p:nvPr>
        </p:nvSpPr>
        <p:spPr>
          <a:xfrm>
            <a:off x="6376325" y="1869500"/>
            <a:ext cx="2054400" cy="768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92" name="Shape 292"/>
        <p:cNvGrpSpPr/>
        <p:nvPr/>
      </p:nvGrpSpPr>
      <p:grpSpPr>
        <a:xfrm>
          <a:off x="0" y="0"/>
          <a:ext cx="0" cy="0"/>
          <a:chOff x="0" y="0"/>
          <a:chExt cx="0" cy="0"/>
        </a:xfrm>
      </p:grpSpPr>
      <p:sp>
        <p:nvSpPr>
          <p:cNvPr id="293" name="Google Shape;293;p56"/>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294" name="Google Shape;294;p56"/>
          <p:cNvSpPr txBox="1"/>
          <p:nvPr>
            <p:ph idx="1" type="subTitle"/>
          </p:nvPr>
        </p:nvSpPr>
        <p:spPr>
          <a:xfrm>
            <a:off x="713621" y="1980950"/>
            <a:ext cx="4063200" cy="379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5" name="Google Shape;295;p56"/>
          <p:cNvSpPr txBox="1"/>
          <p:nvPr>
            <p:ph idx="2" type="subTitle"/>
          </p:nvPr>
        </p:nvSpPr>
        <p:spPr>
          <a:xfrm>
            <a:off x="713621" y="2730325"/>
            <a:ext cx="4063200" cy="379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6" name="Google Shape;296;p56"/>
          <p:cNvSpPr txBox="1"/>
          <p:nvPr>
            <p:ph idx="3" type="subTitle"/>
          </p:nvPr>
        </p:nvSpPr>
        <p:spPr>
          <a:xfrm>
            <a:off x="713621" y="3479700"/>
            <a:ext cx="4063200" cy="379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7" name="Google Shape;297;p56"/>
          <p:cNvSpPr txBox="1"/>
          <p:nvPr>
            <p:ph idx="4" type="subTitle"/>
          </p:nvPr>
        </p:nvSpPr>
        <p:spPr>
          <a:xfrm>
            <a:off x="703401" y="4229075"/>
            <a:ext cx="4063200" cy="3795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8" name="Google Shape;298;p56"/>
          <p:cNvSpPr txBox="1"/>
          <p:nvPr>
            <p:ph idx="5" type="subTitle"/>
          </p:nvPr>
        </p:nvSpPr>
        <p:spPr>
          <a:xfrm>
            <a:off x="713621" y="1684400"/>
            <a:ext cx="4063200" cy="3795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299" name="Google Shape;299;p56"/>
          <p:cNvSpPr txBox="1"/>
          <p:nvPr>
            <p:ph idx="6" type="subTitle"/>
          </p:nvPr>
        </p:nvSpPr>
        <p:spPr>
          <a:xfrm>
            <a:off x="713621" y="2433603"/>
            <a:ext cx="4063200" cy="3795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00" name="Google Shape;300;p56"/>
          <p:cNvSpPr txBox="1"/>
          <p:nvPr>
            <p:ph idx="7" type="subTitle"/>
          </p:nvPr>
        </p:nvSpPr>
        <p:spPr>
          <a:xfrm>
            <a:off x="713621" y="3182806"/>
            <a:ext cx="4063200" cy="3795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01" name="Google Shape;301;p56"/>
          <p:cNvSpPr txBox="1"/>
          <p:nvPr>
            <p:ph idx="8" type="subTitle"/>
          </p:nvPr>
        </p:nvSpPr>
        <p:spPr>
          <a:xfrm>
            <a:off x="703401" y="3932009"/>
            <a:ext cx="4063200" cy="379500"/>
          </a:xfrm>
          <a:prstGeom prst="rect">
            <a:avLst/>
          </a:prstGeom>
          <a:ln>
            <a:noFill/>
          </a:ln>
        </p:spPr>
        <p:txBody>
          <a:bodyPr anchorCtr="0" anchor="ctr"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02" name="Google Shape;302;p56"/>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
    <p:spTree>
      <p:nvGrpSpPr>
        <p:cNvPr id="303" name="Shape 303"/>
        <p:cNvGrpSpPr/>
        <p:nvPr/>
      </p:nvGrpSpPr>
      <p:grpSpPr>
        <a:xfrm>
          <a:off x="0" y="0"/>
          <a:ext cx="0" cy="0"/>
          <a:chOff x="0" y="0"/>
          <a:chExt cx="0" cy="0"/>
        </a:xfrm>
      </p:grpSpPr>
      <p:sp>
        <p:nvSpPr>
          <p:cNvPr id="304" name="Google Shape;304;p57"/>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7"/>
          <p:cNvSpPr txBox="1"/>
          <p:nvPr>
            <p:ph idx="1" type="subTitle"/>
          </p:nvPr>
        </p:nvSpPr>
        <p:spPr>
          <a:xfrm>
            <a:off x="713211" y="4079374"/>
            <a:ext cx="3237600" cy="529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 name="Google Shape;306;p57"/>
          <p:cNvSpPr txBox="1"/>
          <p:nvPr>
            <p:ph idx="2" type="subTitle"/>
          </p:nvPr>
        </p:nvSpPr>
        <p:spPr>
          <a:xfrm>
            <a:off x="5193040" y="1783373"/>
            <a:ext cx="3237600" cy="529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57"/>
          <p:cNvSpPr txBox="1"/>
          <p:nvPr>
            <p:ph idx="3" type="subTitle"/>
          </p:nvPr>
        </p:nvSpPr>
        <p:spPr>
          <a:xfrm>
            <a:off x="5193232" y="1345975"/>
            <a:ext cx="3237600" cy="361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08" name="Google Shape;308;p57"/>
          <p:cNvSpPr txBox="1"/>
          <p:nvPr>
            <p:ph idx="4" type="subTitle"/>
          </p:nvPr>
        </p:nvSpPr>
        <p:spPr>
          <a:xfrm>
            <a:off x="713249" y="3641963"/>
            <a:ext cx="3237600" cy="361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09" name="Google Shape;309;p57"/>
          <p:cNvSpPr txBox="1"/>
          <p:nvPr>
            <p:ph idx="5" type="subTitle"/>
          </p:nvPr>
        </p:nvSpPr>
        <p:spPr>
          <a:xfrm>
            <a:off x="713215" y="1783367"/>
            <a:ext cx="3237600" cy="529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0" name="Google Shape;310;p57"/>
          <p:cNvSpPr txBox="1"/>
          <p:nvPr>
            <p:ph idx="6" type="subTitle"/>
          </p:nvPr>
        </p:nvSpPr>
        <p:spPr>
          <a:xfrm flipH="1">
            <a:off x="713348" y="1345975"/>
            <a:ext cx="3237600" cy="361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11" name="Google Shape;311;p57"/>
          <p:cNvSpPr txBox="1"/>
          <p:nvPr>
            <p:ph idx="7" type="subTitle"/>
          </p:nvPr>
        </p:nvSpPr>
        <p:spPr>
          <a:xfrm>
            <a:off x="5193039" y="4079374"/>
            <a:ext cx="3237600" cy="529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2" name="Google Shape;312;p57"/>
          <p:cNvSpPr txBox="1"/>
          <p:nvPr>
            <p:ph idx="8" type="subTitle"/>
          </p:nvPr>
        </p:nvSpPr>
        <p:spPr>
          <a:xfrm>
            <a:off x="5193125" y="3641980"/>
            <a:ext cx="3237600" cy="361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13" name="Google Shape;313;p57"/>
          <p:cNvSpPr txBox="1"/>
          <p:nvPr>
            <p:ph idx="9" type="subTitle"/>
          </p:nvPr>
        </p:nvSpPr>
        <p:spPr>
          <a:xfrm>
            <a:off x="713315" y="2931371"/>
            <a:ext cx="3237600" cy="529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 name="Google Shape;314;p57"/>
          <p:cNvSpPr txBox="1"/>
          <p:nvPr>
            <p:ph idx="13" type="subTitle"/>
          </p:nvPr>
        </p:nvSpPr>
        <p:spPr>
          <a:xfrm>
            <a:off x="713225" y="2494002"/>
            <a:ext cx="3237600" cy="361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15" name="Google Shape;315;p57"/>
          <p:cNvSpPr txBox="1"/>
          <p:nvPr>
            <p:ph idx="14" type="subTitle"/>
          </p:nvPr>
        </p:nvSpPr>
        <p:spPr>
          <a:xfrm>
            <a:off x="5193140" y="2931399"/>
            <a:ext cx="3237600" cy="529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6" name="Google Shape;316;p57"/>
          <p:cNvSpPr txBox="1"/>
          <p:nvPr>
            <p:ph idx="15" type="subTitle"/>
          </p:nvPr>
        </p:nvSpPr>
        <p:spPr>
          <a:xfrm>
            <a:off x="5193075" y="2494008"/>
            <a:ext cx="3237600" cy="3612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ctr">
              <a:lnSpc>
                <a:spcPct val="100000"/>
              </a:lnSpc>
              <a:spcBef>
                <a:spcPts val="0"/>
              </a:spcBef>
              <a:spcAft>
                <a:spcPts val="0"/>
              </a:spcAft>
              <a:buSzPts val="2000"/>
              <a:buFont typeface="Space Mono"/>
              <a:buNone/>
              <a:defRPr b="1" sz="2000">
                <a:latin typeface="Space Mono"/>
                <a:ea typeface="Space Mono"/>
                <a:cs typeface="Space Mono"/>
                <a:sym typeface="Space Mono"/>
              </a:defRPr>
            </a:lvl2pPr>
            <a:lvl3pPr lvl="2" algn="ctr">
              <a:lnSpc>
                <a:spcPct val="100000"/>
              </a:lnSpc>
              <a:spcBef>
                <a:spcPts val="0"/>
              </a:spcBef>
              <a:spcAft>
                <a:spcPts val="0"/>
              </a:spcAft>
              <a:buSzPts val="2000"/>
              <a:buFont typeface="Space Mono"/>
              <a:buNone/>
              <a:defRPr b="1" sz="2000">
                <a:latin typeface="Space Mono"/>
                <a:ea typeface="Space Mono"/>
                <a:cs typeface="Space Mono"/>
                <a:sym typeface="Space Mono"/>
              </a:defRPr>
            </a:lvl3pPr>
            <a:lvl4pPr lvl="3" algn="ctr">
              <a:lnSpc>
                <a:spcPct val="100000"/>
              </a:lnSpc>
              <a:spcBef>
                <a:spcPts val="0"/>
              </a:spcBef>
              <a:spcAft>
                <a:spcPts val="0"/>
              </a:spcAft>
              <a:buSzPts val="2000"/>
              <a:buFont typeface="Space Mono"/>
              <a:buNone/>
              <a:defRPr b="1" sz="2000">
                <a:latin typeface="Space Mono"/>
                <a:ea typeface="Space Mono"/>
                <a:cs typeface="Space Mono"/>
                <a:sym typeface="Space Mono"/>
              </a:defRPr>
            </a:lvl4pPr>
            <a:lvl5pPr lvl="4" algn="ctr">
              <a:lnSpc>
                <a:spcPct val="100000"/>
              </a:lnSpc>
              <a:spcBef>
                <a:spcPts val="0"/>
              </a:spcBef>
              <a:spcAft>
                <a:spcPts val="0"/>
              </a:spcAft>
              <a:buSzPts val="2000"/>
              <a:buFont typeface="Space Mono"/>
              <a:buNone/>
              <a:defRPr b="1" sz="2000">
                <a:latin typeface="Space Mono"/>
                <a:ea typeface="Space Mono"/>
                <a:cs typeface="Space Mono"/>
                <a:sym typeface="Space Mono"/>
              </a:defRPr>
            </a:lvl5pPr>
            <a:lvl6pPr lvl="5" algn="ctr">
              <a:lnSpc>
                <a:spcPct val="100000"/>
              </a:lnSpc>
              <a:spcBef>
                <a:spcPts val="0"/>
              </a:spcBef>
              <a:spcAft>
                <a:spcPts val="0"/>
              </a:spcAft>
              <a:buSzPts val="2000"/>
              <a:buFont typeface="Space Mono"/>
              <a:buNone/>
              <a:defRPr b="1" sz="2000">
                <a:latin typeface="Space Mono"/>
                <a:ea typeface="Space Mono"/>
                <a:cs typeface="Space Mono"/>
                <a:sym typeface="Space Mono"/>
              </a:defRPr>
            </a:lvl6pPr>
            <a:lvl7pPr lvl="6" algn="ctr">
              <a:lnSpc>
                <a:spcPct val="100000"/>
              </a:lnSpc>
              <a:spcBef>
                <a:spcPts val="0"/>
              </a:spcBef>
              <a:spcAft>
                <a:spcPts val="0"/>
              </a:spcAft>
              <a:buSzPts val="2000"/>
              <a:buFont typeface="Space Mono"/>
              <a:buNone/>
              <a:defRPr b="1" sz="2000">
                <a:latin typeface="Space Mono"/>
                <a:ea typeface="Space Mono"/>
                <a:cs typeface="Space Mono"/>
                <a:sym typeface="Space Mono"/>
              </a:defRPr>
            </a:lvl7pPr>
            <a:lvl8pPr lvl="7" algn="ctr">
              <a:lnSpc>
                <a:spcPct val="100000"/>
              </a:lnSpc>
              <a:spcBef>
                <a:spcPts val="0"/>
              </a:spcBef>
              <a:spcAft>
                <a:spcPts val="0"/>
              </a:spcAft>
              <a:buSzPts val="2000"/>
              <a:buFont typeface="Space Mono"/>
              <a:buNone/>
              <a:defRPr b="1" sz="2000">
                <a:latin typeface="Space Mono"/>
                <a:ea typeface="Space Mono"/>
                <a:cs typeface="Space Mono"/>
                <a:sym typeface="Space Mono"/>
              </a:defRPr>
            </a:lvl8pPr>
            <a:lvl9pPr lvl="8" algn="ctr">
              <a:lnSpc>
                <a:spcPct val="100000"/>
              </a:lnSpc>
              <a:spcBef>
                <a:spcPts val="0"/>
              </a:spcBef>
              <a:spcAft>
                <a:spcPts val="0"/>
              </a:spcAft>
              <a:buSzPts val="2000"/>
              <a:buFont typeface="Space Mono"/>
              <a:buNone/>
              <a:defRPr b="1" sz="2000">
                <a:latin typeface="Space Mono"/>
                <a:ea typeface="Space Mono"/>
                <a:cs typeface="Space Mono"/>
                <a:sym typeface="Space Mono"/>
              </a:defRPr>
            </a:lvl9pPr>
          </a:lstStyle>
          <a:p/>
        </p:txBody>
      </p:sp>
      <p:sp>
        <p:nvSpPr>
          <p:cNvPr id="317" name="Google Shape;317;p57"/>
          <p:cNvSpPr txBox="1"/>
          <p:nvPr>
            <p:ph type="title"/>
          </p:nvPr>
        </p:nvSpPr>
        <p:spPr>
          <a:xfrm>
            <a:off x="4572000" y="539500"/>
            <a:ext cx="3858600" cy="6129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ight columns">
  <p:cSld name="CUSTOM_14">
    <p:spTree>
      <p:nvGrpSpPr>
        <p:cNvPr id="318" name="Shape 318"/>
        <p:cNvGrpSpPr/>
        <p:nvPr/>
      </p:nvGrpSpPr>
      <p:grpSpPr>
        <a:xfrm>
          <a:off x="0" y="0"/>
          <a:ext cx="0" cy="0"/>
          <a:chOff x="0" y="0"/>
          <a:chExt cx="0" cy="0"/>
        </a:xfrm>
      </p:grpSpPr>
      <p:sp>
        <p:nvSpPr>
          <p:cNvPr id="319" name="Google Shape;319;p58"/>
          <p:cNvSpPr txBox="1"/>
          <p:nvPr>
            <p:ph idx="1" type="subTitle"/>
          </p:nvPr>
        </p:nvSpPr>
        <p:spPr>
          <a:xfrm>
            <a:off x="713362" y="1321075"/>
            <a:ext cx="3702000" cy="423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20" name="Google Shape;320;p58"/>
          <p:cNvSpPr txBox="1"/>
          <p:nvPr>
            <p:ph idx="2" type="subTitle"/>
          </p:nvPr>
        </p:nvSpPr>
        <p:spPr>
          <a:xfrm flipH="1">
            <a:off x="713472" y="1585700"/>
            <a:ext cx="3702000" cy="51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1" name="Google Shape;321;p58"/>
          <p:cNvSpPr txBox="1"/>
          <p:nvPr>
            <p:ph idx="3" type="subTitle"/>
          </p:nvPr>
        </p:nvSpPr>
        <p:spPr>
          <a:xfrm>
            <a:off x="713362" y="2162010"/>
            <a:ext cx="3702000" cy="423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22" name="Google Shape;322;p58"/>
          <p:cNvSpPr txBox="1"/>
          <p:nvPr>
            <p:ph idx="4" type="subTitle"/>
          </p:nvPr>
        </p:nvSpPr>
        <p:spPr>
          <a:xfrm flipH="1">
            <a:off x="713396" y="2426624"/>
            <a:ext cx="3702000" cy="51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3" name="Google Shape;323;p58"/>
          <p:cNvSpPr txBox="1"/>
          <p:nvPr>
            <p:ph idx="5" type="subTitle"/>
          </p:nvPr>
        </p:nvSpPr>
        <p:spPr>
          <a:xfrm>
            <a:off x="713362" y="3002920"/>
            <a:ext cx="3702000" cy="423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24" name="Google Shape;324;p58"/>
          <p:cNvSpPr txBox="1"/>
          <p:nvPr>
            <p:ph idx="6" type="subTitle"/>
          </p:nvPr>
        </p:nvSpPr>
        <p:spPr>
          <a:xfrm flipH="1">
            <a:off x="713217" y="3267560"/>
            <a:ext cx="3702000" cy="51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5" name="Google Shape;325;p58"/>
          <p:cNvSpPr txBox="1"/>
          <p:nvPr>
            <p:ph idx="7" type="subTitle"/>
          </p:nvPr>
        </p:nvSpPr>
        <p:spPr>
          <a:xfrm>
            <a:off x="714040" y="3843854"/>
            <a:ext cx="3700200" cy="423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26" name="Google Shape;326;p58"/>
          <p:cNvSpPr txBox="1"/>
          <p:nvPr>
            <p:ph idx="8" type="subTitle"/>
          </p:nvPr>
        </p:nvSpPr>
        <p:spPr>
          <a:xfrm flipH="1">
            <a:off x="714186" y="4108476"/>
            <a:ext cx="3702000" cy="514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7" name="Google Shape;327;p58"/>
          <p:cNvSpPr txBox="1"/>
          <p:nvPr>
            <p:ph type="title"/>
          </p:nvPr>
        </p:nvSpPr>
        <p:spPr>
          <a:xfrm>
            <a:off x="713225" y="539500"/>
            <a:ext cx="7717500" cy="6129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328" name="Google Shape;328;p58"/>
          <p:cNvSpPr txBox="1"/>
          <p:nvPr>
            <p:ph idx="9" type="subTitle"/>
          </p:nvPr>
        </p:nvSpPr>
        <p:spPr>
          <a:xfrm>
            <a:off x="4729983" y="1321075"/>
            <a:ext cx="3700800" cy="4239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29" name="Google Shape;329;p58"/>
          <p:cNvSpPr txBox="1"/>
          <p:nvPr>
            <p:ph idx="13" type="subTitle"/>
          </p:nvPr>
        </p:nvSpPr>
        <p:spPr>
          <a:xfrm flipH="1">
            <a:off x="4729703" y="1585700"/>
            <a:ext cx="3700800" cy="5145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30" name="Google Shape;330;p58"/>
          <p:cNvSpPr txBox="1"/>
          <p:nvPr>
            <p:ph idx="14" type="subTitle"/>
          </p:nvPr>
        </p:nvSpPr>
        <p:spPr>
          <a:xfrm>
            <a:off x="4729983" y="2162000"/>
            <a:ext cx="3700800" cy="4239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31" name="Google Shape;331;p58"/>
          <p:cNvSpPr txBox="1"/>
          <p:nvPr>
            <p:ph idx="15" type="subTitle"/>
          </p:nvPr>
        </p:nvSpPr>
        <p:spPr>
          <a:xfrm flipH="1">
            <a:off x="4729703" y="2426625"/>
            <a:ext cx="3700800" cy="5145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32" name="Google Shape;332;p58"/>
          <p:cNvSpPr txBox="1"/>
          <p:nvPr>
            <p:ph idx="16" type="subTitle"/>
          </p:nvPr>
        </p:nvSpPr>
        <p:spPr>
          <a:xfrm>
            <a:off x="4729983" y="3002925"/>
            <a:ext cx="3700800" cy="4239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33" name="Google Shape;333;p58"/>
          <p:cNvSpPr txBox="1"/>
          <p:nvPr>
            <p:ph idx="17" type="subTitle"/>
          </p:nvPr>
        </p:nvSpPr>
        <p:spPr>
          <a:xfrm flipH="1">
            <a:off x="4729703" y="3267550"/>
            <a:ext cx="3700800" cy="5145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34" name="Google Shape;334;p58"/>
          <p:cNvSpPr txBox="1"/>
          <p:nvPr>
            <p:ph idx="18" type="subTitle"/>
          </p:nvPr>
        </p:nvSpPr>
        <p:spPr>
          <a:xfrm>
            <a:off x="4729163" y="3843850"/>
            <a:ext cx="3700800" cy="4239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SzPts val="2000"/>
              <a:buFont typeface="Space Mono"/>
              <a:buNone/>
              <a:defRPr sz="2000">
                <a:latin typeface="Space Mono"/>
                <a:ea typeface="Space Mono"/>
                <a:cs typeface="Space Mono"/>
                <a:sym typeface="Space Mono"/>
              </a:defRPr>
            </a:lvl1pPr>
            <a:lvl2pPr lvl="1" algn="r">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p:txBody>
      </p:sp>
      <p:sp>
        <p:nvSpPr>
          <p:cNvPr id="335" name="Google Shape;335;p58"/>
          <p:cNvSpPr txBox="1"/>
          <p:nvPr>
            <p:ph idx="19" type="subTitle"/>
          </p:nvPr>
        </p:nvSpPr>
        <p:spPr>
          <a:xfrm flipH="1">
            <a:off x="4729039" y="4108475"/>
            <a:ext cx="3700800" cy="5145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36" name="Google Shape;336;p58"/>
          <p:cNvSpPr/>
          <p:nvPr/>
        </p:nvSpPr>
        <p:spPr>
          <a:xfrm>
            <a:off x="50" y="4911898"/>
            <a:ext cx="9143700" cy="231600"/>
          </a:xfrm>
          <a:prstGeom prst="rect">
            <a:avLst/>
          </a:prstGeom>
          <a:solidFill>
            <a:srgbClr val="0588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0">
    <p:spTree>
      <p:nvGrpSpPr>
        <p:cNvPr id="337" name="Shape 337"/>
        <p:cNvGrpSpPr/>
        <p:nvPr/>
      </p:nvGrpSpPr>
      <p:grpSpPr>
        <a:xfrm>
          <a:off x="0" y="0"/>
          <a:ext cx="0" cy="0"/>
          <a:chOff x="0" y="0"/>
          <a:chExt cx="0" cy="0"/>
        </a:xfrm>
      </p:grpSpPr>
      <p:grpSp>
        <p:nvGrpSpPr>
          <p:cNvPr id="338" name="Google Shape;338;p59"/>
          <p:cNvGrpSpPr/>
          <p:nvPr/>
        </p:nvGrpSpPr>
        <p:grpSpPr>
          <a:xfrm>
            <a:off x="50" y="1"/>
            <a:ext cx="9143700" cy="5143497"/>
            <a:chOff x="50" y="1"/>
            <a:chExt cx="9143700" cy="5143497"/>
          </a:xfrm>
        </p:grpSpPr>
        <p:grpSp>
          <p:nvGrpSpPr>
            <p:cNvPr id="339" name="Google Shape;339;p59"/>
            <p:cNvGrpSpPr/>
            <p:nvPr/>
          </p:nvGrpSpPr>
          <p:grpSpPr>
            <a:xfrm flipH="1" rot="10800000">
              <a:off x="50" y="1"/>
              <a:ext cx="9143700" cy="2070897"/>
              <a:chOff x="50" y="1"/>
              <a:chExt cx="9143700" cy="2070897"/>
            </a:xfrm>
          </p:grpSpPr>
          <p:sp>
            <p:nvSpPr>
              <p:cNvPr id="340" name="Google Shape;340;p59"/>
              <p:cNvSpPr/>
              <p:nvPr/>
            </p:nvSpPr>
            <p:spPr>
              <a:xfrm>
                <a:off x="50" y="1839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9"/>
              <p:cNvSpPr/>
              <p:nvPr/>
            </p:nvSpPr>
            <p:spPr>
              <a:xfrm>
                <a:off x="50" y="1"/>
                <a:ext cx="9143700" cy="53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59"/>
              <p:cNvSpPr/>
              <p:nvPr/>
            </p:nvSpPr>
            <p:spPr>
              <a:xfrm>
                <a:off x="50" y="1455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9"/>
              <p:cNvSpPr/>
              <p:nvPr/>
            </p:nvSpPr>
            <p:spPr>
              <a:xfrm>
                <a:off x="50" y="1071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9"/>
              <p:cNvSpPr/>
              <p:nvPr/>
            </p:nvSpPr>
            <p:spPr>
              <a:xfrm>
                <a:off x="50" y="687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 name="Google Shape;345;p59"/>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 name="Google Shape;346;p59"/>
          <p:cNvSpPr txBox="1"/>
          <p:nvPr>
            <p:ph type="ctrTitle"/>
          </p:nvPr>
        </p:nvSpPr>
        <p:spPr>
          <a:xfrm>
            <a:off x="713350" y="2215950"/>
            <a:ext cx="3858600" cy="9585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000"/>
              <a:buNone/>
              <a:defRPr sz="67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47" name="Google Shape;347;p59"/>
          <p:cNvSpPr txBox="1"/>
          <p:nvPr>
            <p:ph idx="1" type="subTitle"/>
          </p:nvPr>
        </p:nvSpPr>
        <p:spPr>
          <a:xfrm>
            <a:off x="713225" y="3174600"/>
            <a:ext cx="3858600" cy="1473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48" name="Google Shape;348;p59"/>
          <p:cNvSpPr txBox="1"/>
          <p:nvPr/>
        </p:nvSpPr>
        <p:spPr>
          <a:xfrm>
            <a:off x="4572000" y="3851775"/>
            <a:ext cx="3858600" cy="546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dk1"/>
                </a:solidFill>
                <a:latin typeface="Roboto Condensed"/>
                <a:ea typeface="Roboto Condensed"/>
                <a:cs typeface="Roboto Condensed"/>
                <a:sym typeface="Roboto Condensed"/>
              </a:rPr>
              <a:t>CREDITS:</a:t>
            </a:r>
            <a:r>
              <a:rPr lang="en" sz="1100">
                <a:solidFill>
                  <a:schemeClr val="dk1"/>
                </a:solidFill>
                <a:latin typeface="Roboto Condensed"/>
                <a:ea typeface="Roboto Condensed"/>
                <a:cs typeface="Roboto Condensed"/>
                <a:sym typeface="Roboto Condensed"/>
              </a:rPr>
              <a:t> This presentation template was created by </a:t>
            </a:r>
            <a:r>
              <a:rPr b="1" lang="en" sz="1100">
                <a:solidFill>
                  <a:schemeClr val="dk1"/>
                </a:solidFill>
                <a:uFill>
                  <a:noFill/>
                </a:uFill>
                <a:latin typeface="Roboto Condensed"/>
                <a:ea typeface="Roboto Condensed"/>
                <a:cs typeface="Roboto Condensed"/>
                <a:sym typeface="Roboto Condensed"/>
                <a:hlinkClick r:id="rId2">
                  <a:extLst>
                    <a:ext uri="{A12FA001-AC4F-418D-AE19-62706E023703}">
                      <ahyp:hlinkClr val="tx"/>
                    </a:ext>
                  </a:extLst>
                </a:hlinkClick>
              </a:rPr>
              <a:t>Slidesgo</a:t>
            </a:r>
            <a:r>
              <a:rPr lang="en" sz="1100">
                <a:solidFill>
                  <a:schemeClr val="dk1"/>
                </a:solidFill>
                <a:latin typeface="Roboto Condensed"/>
                <a:ea typeface="Roboto Condensed"/>
                <a:cs typeface="Roboto Condensed"/>
                <a:sym typeface="Roboto Condensed"/>
              </a:rPr>
              <a:t>, and includes icons by </a:t>
            </a:r>
            <a:r>
              <a:rPr b="1" lang="en" sz="1100">
                <a:solidFill>
                  <a:schemeClr val="dk1"/>
                </a:solidFill>
                <a:uFill>
                  <a:noFill/>
                </a:uFill>
                <a:latin typeface="Roboto Condensed"/>
                <a:ea typeface="Roboto Condensed"/>
                <a:cs typeface="Roboto Condensed"/>
                <a:sym typeface="Roboto Condensed"/>
                <a:hlinkClick r:id="rId3">
                  <a:extLst>
                    <a:ext uri="{A12FA001-AC4F-418D-AE19-62706E023703}">
                      <ahyp:hlinkClr val="tx"/>
                    </a:ext>
                  </a:extLst>
                </a:hlinkClick>
              </a:rPr>
              <a:t>Flaticon</a:t>
            </a:r>
            <a:r>
              <a:rPr lang="en" sz="1100">
                <a:solidFill>
                  <a:schemeClr val="dk1"/>
                </a:solidFill>
                <a:latin typeface="Roboto Condensed"/>
                <a:ea typeface="Roboto Condensed"/>
                <a:cs typeface="Roboto Condensed"/>
                <a:sym typeface="Roboto Condensed"/>
              </a:rPr>
              <a:t>, and infographics &amp; images by </a:t>
            </a:r>
            <a:r>
              <a:rPr b="1" lang="en" sz="1100">
                <a:solidFill>
                  <a:schemeClr val="dk1"/>
                </a:solidFill>
                <a:uFill>
                  <a:noFill/>
                </a:uFill>
                <a:latin typeface="Roboto Condensed"/>
                <a:ea typeface="Roboto Condensed"/>
                <a:cs typeface="Roboto Condensed"/>
                <a:sym typeface="Roboto Condensed"/>
                <a:hlinkClick r:id="rId4">
                  <a:extLst>
                    <a:ext uri="{A12FA001-AC4F-418D-AE19-62706E023703}">
                      <ahyp:hlinkClr val="tx"/>
                    </a:ext>
                  </a:extLst>
                </a:hlinkClick>
              </a:rPr>
              <a:t>Freepik</a:t>
            </a:r>
            <a:endParaRPr b="1" sz="1100">
              <a:solidFill>
                <a:schemeClr val="dk1"/>
              </a:solidFill>
              <a:latin typeface="Roboto Condensed"/>
              <a:ea typeface="Roboto Condensed"/>
              <a:cs typeface="Roboto Condensed"/>
              <a:sym typeface="Roboto Condense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1">
    <p:spTree>
      <p:nvGrpSpPr>
        <p:cNvPr id="349" name="Shape 349"/>
        <p:cNvGrpSpPr/>
        <p:nvPr/>
      </p:nvGrpSpPr>
      <p:grpSpPr>
        <a:xfrm>
          <a:off x="0" y="0"/>
          <a:ext cx="0" cy="0"/>
          <a:chOff x="0" y="0"/>
          <a:chExt cx="0" cy="0"/>
        </a:xfrm>
      </p:grpSpPr>
      <p:grpSp>
        <p:nvGrpSpPr>
          <p:cNvPr id="350" name="Google Shape;350;p60"/>
          <p:cNvGrpSpPr/>
          <p:nvPr/>
        </p:nvGrpSpPr>
        <p:grpSpPr>
          <a:xfrm>
            <a:off x="150" y="1"/>
            <a:ext cx="9143700" cy="5143497"/>
            <a:chOff x="150" y="1"/>
            <a:chExt cx="9143700" cy="5143497"/>
          </a:xfrm>
        </p:grpSpPr>
        <p:grpSp>
          <p:nvGrpSpPr>
            <p:cNvPr id="351" name="Google Shape;351;p60"/>
            <p:cNvGrpSpPr/>
            <p:nvPr/>
          </p:nvGrpSpPr>
          <p:grpSpPr>
            <a:xfrm flipH="1" rot="10800000">
              <a:off x="150" y="3072601"/>
              <a:ext cx="9143700" cy="2070897"/>
              <a:chOff x="50" y="1"/>
              <a:chExt cx="9143700" cy="2070897"/>
            </a:xfrm>
          </p:grpSpPr>
          <p:sp>
            <p:nvSpPr>
              <p:cNvPr id="352" name="Google Shape;352;p60"/>
              <p:cNvSpPr/>
              <p:nvPr/>
            </p:nvSpPr>
            <p:spPr>
              <a:xfrm>
                <a:off x="50" y="1839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60"/>
              <p:cNvSpPr/>
              <p:nvPr/>
            </p:nvSpPr>
            <p:spPr>
              <a:xfrm>
                <a:off x="50" y="1"/>
                <a:ext cx="9143700" cy="53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0"/>
              <p:cNvSpPr/>
              <p:nvPr/>
            </p:nvSpPr>
            <p:spPr>
              <a:xfrm>
                <a:off x="50" y="1455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0"/>
              <p:cNvSpPr/>
              <p:nvPr/>
            </p:nvSpPr>
            <p:spPr>
              <a:xfrm>
                <a:off x="50" y="1071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60"/>
              <p:cNvSpPr/>
              <p:nvPr/>
            </p:nvSpPr>
            <p:spPr>
              <a:xfrm>
                <a:off x="50" y="687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 name="Google Shape;357;p60"/>
            <p:cNvSpPr/>
            <p:nvPr/>
          </p:nvSpPr>
          <p:spPr>
            <a:xfrm flipH="1" rot="10800000">
              <a:off x="150" y="1"/>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2">
    <p:spTree>
      <p:nvGrpSpPr>
        <p:cNvPr id="358" name="Shape 358"/>
        <p:cNvGrpSpPr/>
        <p:nvPr/>
      </p:nvGrpSpPr>
      <p:grpSpPr>
        <a:xfrm>
          <a:off x="0" y="0"/>
          <a:ext cx="0" cy="0"/>
          <a:chOff x="0" y="0"/>
          <a:chExt cx="0" cy="0"/>
        </a:xfrm>
      </p:grpSpPr>
      <p:grpSp>
        <p:nvGrpSpPr>
          <p:cNvPr id="359" name="Google Shape;359;p61"/>
          <p:cNvGrpSpPr/>
          <p:nvPr/>
        </p:nvGrpSpPr>
        <p:grpSpPr>
          <a:xfrm>
            <a:off x="50" y="1"/>
            <a:ext cx="9143800" cy="5143497"/>
            <a:chOff x="50" y="1"/>
            <a:chExt cx="9143800" cy="5143497"/>
          </a:xfrm>
        </p:grpSpPr>
        <p:sp>
          <p:nvSpPr>
            <p:cNvPr id="360" name="Google Shape;360;p61"/>
            <p:cNvSpPr/>
            <p:nvPr/>
          </p:nvSpPr>
          <p:spPr>
            <a:xfrm>
              <a:off x="150" y="1839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1"/>
            <p:cNvSpPr/>
            <p:nvPr/>
          </p:nvSpPr>
          <p:spPr>
            <a:xfrm>
              <a:off x="150" y="1"/>
              <a:ext cx="9143700" cy="53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1"/>
            <p:cNvSpPr/>
            <p:nvPr/>
          </p:nvSpPr>
          <p:spPr>
            <a:xfrm>
              <a:off x="150" y="1455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61"/>
            <p:cNvSpPr/>
            <p:nvPr/>
          </p:nvSpPr>
          <p:spPr>
            <a:xfrm>
              <a:off x="150" y="1071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1"/>
            <p:cNvSpPr/>
            <p:nvPr/>
          </p:nvSpPr>
          <p:spPr>
            <a:xfrm>
              <a:off x="150" y="6872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61"/>
            <p:cNvSpPr/>
            <p:nvPr/>
          </p:nvSpPr>
          <p:spPr>
            <a:xfrm>
              <a:off x="50" y="4911898"/>
              <a:ext cx="9143700" cy="23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AND_BODY_1">
    <p:bg>
      <p:bgPr>
        <a:solidFill>
          <a:srgbClr val="F2F2F2"/>
        </a:solidFill>
      </p:bgPr>
    </p:bg>
    <p:spTree>
      <p:nvGrpSpPr>
        <p:cNvPr id="366" name="Shape 366"/>
        <p:cNvGrpSpPr/>
        <p:nvPr/>
      </p:nvGrpSpPr>
      <p:grpSpPr>
        <a:xfrm>
          <a:off x="0" y="0"/>
          <a:ext cx="0" cy="0"/>
          <a:chOff x="0" y="0"/>
          <a:chExt cx="0" cy="0"/>
        </a:xfrm>
      </p:grpSpPr>
      <p:sp>
        <p:nvSpPr>
          <p:cNvPr id="367" name="Google Shape;367;p62"/>
          <p:cNvSpPr txBox="1"/>
          <p:nvPr>
            <p:ph type="title"/>
          </p:nvPr>
        </p:nvSpPr>
        <p:spPr>
          <a:xfrm>
            <a:off x="893025" y="863979"/>
            <a:ext cx="7357800" cy="1741200"/>
          </a:xfrm>
          <a:prstGeom prst="rect">
            <a:avLst/>
          </a:prstGeom>
          <a:noFill/>
          <a:ln>
            <a:noFill/>
          </a:ln>
        </p:spPr>
        <p:txBody>
          <a:bodyPr anchorCtr="0" anchor="ctr" bIns="0" lIns="0" spcFirstLastPara="1" rIns="0" wrap="square" tIns="0">
            <a:noAutofit/>
          </a:bodyPr>
          <a:lstStyle>
            <a:lvl1pPr lvl="0" marR="0" algn="l">
              <a:spcBef>
                <a:spcPts val="0"/>
              </a:spcBef>
              <a:spcAft>
                <a:spcPts val="0"/>
              </a:spcAft>
              <a:buSzPts val="3000"/>
              <a:buFont typeface="Fira Sans"/>
              <a:buNone/>
              <a:defRPr i="0" sz="1200" u="none" cap="none" strike="noStrike">
                <a:latin typeface="Fira Sans"/>
                <a:ea typeface="Fira Sans"/>
                <a:cs typeface="Fira Sans"/>
                <a:sym typeface="Fira Sans"/>
              </a:defRPr>
            </a:lvl1pPr>
            <a:lvl2pPr lvl="1" marR="0" algn="l">
              <a:spcBef>
                <a:spcPts val="0"/>
              </a:spcBef>
              <a:spcAft>
                <a:spcPts val="0"/>
              </a:spcAft>
              <a:buSzPts val="3000"/>
              <a:buNone/>
              <a:defRPr b="0" i="0" sz="1200" u="none" cap="none" strike="noStrike"/>
            </a:lvl2pPr>
            <a:lvl3pPr lvl="2" marR="0" algn="l">
              <a:spcBef>
                <a:spcPts val="0"/>
              </a:spcBef>
              <a:spcAft>
                <a:spcPts val="0"/>
              </a:spcAft>
              <a:buSzPts val="3000"/>
              <a:buNone/>
              <a:defRPr b="0" i="0" sz="1200" u="none" cap="none" strike="noStrike"/>
            </a:lvl3pPr>
            <a:lvl4pPr lvl="3" marR="0" algn="l">
              <a:spcBef>
                <a:spcPts val="0"/>
              </a:spcBef>
              <a:spcAft>
                <a:spcPts val="0"/>
              </a:spcAft>
              <a:buSzPts val="3000"/>
              <a:buNone/>
              <a:defRPr b="0" i="0" sz="1200" u="none" cap="none" strike="noStrike"/>
            </a:lvl4pPr>
            <a:lvl5pPr lvl="4" marR="0" algn="l">
              <a:spcBef>
                <a:spcPts val="0"/>
              </a:spcBef>
              <a:spcAft>
                <a:spcPts val="0"/>
              </a:spcAft>
              <a:buSzPts val="3000"/>
              <a:buNone/>
              <a:defRPr b="0" i="0" sz="1200" u="none" cap="none" strike="noStrike"/>
            </a:lvl5pPr>
            <a:lvl6pPr lvl="5" marR="0" algn="l">
              <a:spcBef>
                <a:spcPts val="0"/>
              </a:spcBef>
              <a:spcAft>
                <a:spcPts val="0"/>
              </a:spcAft>
              <a:buSzPts val="3000"/>
              <a:buNone/>
              <a:defRPr b="0" i="0" sz="1200" u="none" cap="none" strike="noStrike"/>
            </a:lvl6pPr>
            <a:lvl7pPr lvl="6" marR="0" algn="l">
              <a:spcBef>
                <a:spcPts val="0"/>
              </a:spcBef>
              <a:spcAft>
                <a:spcPts val="0"/>
              </a:spcAft>
              <a:buSzPts val="3000"/>
              <a:buNone/>
              <a:defRPr b="0" i="0" sz="1200" u="none" cap="none" strike="noStrike"/>
            </a:lvl7pPr>
            <a:lvl8pPr lvl="7" marR="0" algn="l">
              <a:spcBef>
                <a:spcPts val="0"/>
              </a:spcBef>
              <a:spcAft>
                <a:spcPts val="0"/>
              </a:spcAft>
              <a:buSzPts val="3000"/>
              <a:buNone/>
              <a:defRPr b="0" i="0" sz="1200" u="none" cap="none" strike="noStrike"/>
            </a:lvl8pPr>
            <a:lvl9pPr lvl="8" marR="0" algn="l">
              <a:spcBef>
                <a:spcPts val="0"/>
              </a:spcBef>
              <a:spcAft>
                <a:spcPts val="0"/>
              </a:spcAft>
              <a:buSzPts val="3000"/>
              <a:buNone/>
              <a:defRPr b="0" i="0" sz="1200" u="none" cap="none" strike="noStrike"/>
            </a:lvl9pPr>
          </a:lstStyle>
          <a:p/>
        </p:txBody>
      </p:sp>
      <p:sp>
        <p:nvSpPr>
          <p:cNvPr id="368" name="Google Shape;368;p62"/>
          <p:cNvSpPr txBox="1"/>
          <p:nvPr>
            <p:ph idx="1" type="subTitle"/>
          </p:nvPr>
        </p:nvSpPr>
        <p:spPr>
          <a:xfrm>
            <a:off x="893025" y="2652117"/>
            <a:ext cx="7357800" cy="595800"/>
          </a:xfrm>
          <a:prstGeom prst="rect">
            <a:avLst/>
          </a:prstGeom>
          <a:noFill/>
          <a:ln>
            <a:noFill/>
          </a:ln>
        </p:spPr>
        <p:txBody>
          <a:bodyPr anchorCtr="0" anchor="ctr" bIns="0" lIns="0" spcFirstLastPara="1" rIns="0" wrap="square" tIns="0">
            <a:noAutofit/>
          </a:bodyPr>
          <a:lstStyle>
            <a:lvl1pPr lvl="0" marR="0" algn="l">
              <a:spcBef>
                <a:spcPts val="0"/>
              </a:spcBef>
              <a:spcAft>
                <a:spcPts val="0"/>
              </a:spcAft>
              <a:buSzPts val="1400"/>
              <a:buNone/>
              <a:defRPr b="0" i="0" sz="1200" u="none" cap="none" strike="noStrike"/>
            </a:lvl1pPr>
            <a:lvl2pPr lvl="1" marR="0" algn="l">
              <a:spcBef>
                <a:spcPts val="1200"/>
              </a:spcBef>
              <a:spcAft>
                <a:spcPts val="0"/>
              </a:spcAft>
              <a:buSzPts val="1400"/>
              <a:buNone/>
              <a:defRPr b="0" i="0" sz="1200" u="none" cap="none" strike="noStrike"/>
            </a:lvl2pPr>
            <a:lvl3pPr lvl="2" marR="0" algn="l">
              <a:spcBef>
                <a:spcPts val="1200"/>
              </a:spcBef>
              <a:spcAft>
                <a:spcPts val="0"/>
              </a:spcAft>
              <a:buSzPts val="1400"/>
              <a:buNone/>
              <a:defRPr b="0" i="0" sz="1200" u="none" cap="none" strike="noStrike"/>
            </a:lvl3pPr>
            <a:lvl4pPr lvl="3" marR="0" algn="l">
              <a:spcBef>
                <a:spcPts val="1200"/>
              </a:spcBef>
              <a:spcAft>
                <a:spcPts val="0"/>
              </a:spcAft>
              <a:buSzPts val="1400"/>
              <a:buNone/>
              <a:defRPr b="0" i="0" sz="1200" u="none" cap="none" strike="noStrike"/>
            </a:lvl4pPr>
            <a:lvl5pPr lvl="4" marR="0" algn="l">
              <a:spcBef>
                <a:spcPts val="1200"/>
              </a:spcBef>
              <a:spcAft>
                <a:spcPts val="0"/>
              </a:spcAft>
              <a:buSzPts val="1400"/>
              <a:buNone/>
              <a:defRPr b="0" i="0" sz="1200" u="none" cap="none" strike="noStrike"/>
            </a:lvl5pPr>
            <a:lvl6pPr lvl="5" marR="0" algn="l">
              <a:spcBef>
                <a:spcPts val="1200"/>
              </a:spcBef>
              <a:spcAft>
                <a:spcPts val="0"/>
              </a:spcAft>
              <a:buSzPts val="1400"/>
              <a:buNone/>
              <a:defRPr b="0" i="0" sz="1200" u="none" cap="none" strike="noStrike"/>
            </a:lvl6pPr>
            <a:lvl7pPr lvl="6" marR="0" algn="l">
              <a:spcBef>
                <a:spcPts val="1200"/>
              </a:spcBef>
              <a:spcAft>
                <a:spcPts val="0"/>
              </a:spcAft>
              <a:buSzPts val="1400"/>
              <a:buNone/>
              <a:defRPr b="0" i="0" sz="1200" u="none" cap="none" strike="noStrike"/>
            </a:lvl7pPr>
            <a:lvl8pPr lvl="7" marR="0" algn="l">
              <a:spcBef>
                <a:spcPts val="1200"/>
              </a:spcBef>
              <a:spcAft>
                <a:spcPts val="0"/>
              </a:spcAft>
              <a:buSzPts val="1400"/>
              <a:buNone/>
              <a:defRPr b="0" i="0" sz="1200" u="none" cap="none" strike="noStrike"/>
            </a:lvl8pPr>
            <a:lvl9pPr lvl="8" marR="0" algn="l">
              <a:spcBef>
                <a:spcPts val="1200"/>
              </a:spcBef>
              <a:spcAft>
                <a:spcPts val="1200"/>
              </a:spcAft>
              <a:buSzPts val="1400"/>
              <a:buNone/>
              <a:defRPr b="0" i="0" sz="1200" u="none" cap="none" strike="noStrike"/>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0" name="Shape 3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9.xml"/><Relationship Id="rId20" Type="http://schemas.openxmlformats.org/officeDocument/2006/relationships/slideLayout" Target="../slideLayouts/slideLayout39.xml"/><Relationship Id="rId42" Type="http://schemas.openxmlformats.org/officeDocument/2006/relationships/theme" Target="../theme/theme3.xml"/><Relationship Id="rId41" Type="http://schemas.openxmlformats.org/officeDocument/2006/relationships/slideLayout" Target="../slideLayouts/slideLayout60.xml"/><Relationship Id="rId22" Type="http://schemas.openxmlformats.org/officeDocument/2006/relationships/slideLayout" Target="../slideLayouts/slideLayout41.xml"/><Relationship Id="rId21" Type="http://schemas.openxmlformats.org/officeDocument/2006/relationships/slideLayout" Target="../slideLayouts/slideLayout40.xml"/><Relationship Id="rId24" Type="http://schemas.openxmlformats.org/officeDocument/2006/relationships/slideLayout" Target="../slideLayouts/slideLayout43.xml"/><Relationship Id="rId23" Type="http://schemas.openxmlformats.org/officeDocument/2006/relationships/slideLayout" Target="../slideLayouts/slideLayout42.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26" Type="http://schemas.openxmlformats.org/officeDocument/2006/relationships/slideLayout" Target="../slideLayouts/slideLayout45.xml"/><Relationship Id="rId25" Type="http://schemas.openxmlformats.org/officeDocument/2006/relationships/slideLayout" Target="../slideLayouts/slideLayout44.xml"/><Relationship Id="rId28" Type="http://schemas.openxmlformats.org/officeDocument/2006/relationships/slideLayout" Target="../slideLayouts/slideLayout47.xml"/><Relationship Id="rId27" Type="http://schemas.openxmlformats.org/officeDocument/2006/relationships/slideLayout" Target="../slideLayouts/slideLayout46.xml"/><Relationship Id="rId5" Type="http://schemas.openxmlformats.org/officeDocument/2006/relationships/slideLayout" Target="../slideLayouts/slideLayout24.xml"/><Relationship Id="rId6" Type="http://schemas.openxmlformats.org/officeDocument/2006/relationships/slideLayout" Target="../slideLayouts/slideLayout25.xml"/><Relationship Id="rId29" Type="http://schemas.openxmlformats.org/officeDocument/2006/relationships/slideLayout" Target="../slideLayouts/slideLayout48.xml"/><Relationship Id="rId7" Type="http://schemas.openxmlformats.org/officeDocument/2006/relationships/slideLayout" Target="../slideLayouts/slideLayout26.xml"/><Relationship Id="rId8" Type="http://schemas.openxmlformats.org/officeDocument/2006/relationships/slideLayout" Target="../slideLayouts/slideLayout27.xml"/><Relationship Id="rId31" Type="http://schemas.openxmlformats.org/officeDocument/2006/relationships/slideLayout" Target="../slideLayouts/slideLayout50.xml"/><Relationship Id="rId30" Type="http://schemas.openxmlformats.org/officeDocument/2006/relationships/slideLayout" Target="../slideLayouts/slideLayout49.xml"/><Relationship Id="rId11" Type="http://schemas.openxmlformats.org/officeDocument/2006/relationships/slideLayout" Target="../slideLayouts/slideLayout30.xml"/><Relationship Id="rId33" Type="http://schemas.openxmlformats.org/officeDocument/2006/relationships/slideLayout" Target="../slideLayouts/slideLayout52.xml"/><Relationship Id="rId10" Type="http://schemas.openxmlformats.org/officeDocument/2006/relationships/slideLayout" Target="../slideLayouts/slideLayout29.xml"/><Relationship Id="rId32" Type="http://schemas.openxmlformats.org/officeDocument/2006/relationships/slideLayout" Target="../slideLayouts/slideLayout51.xml"/><Relationship Id="rId13" Type="http://schemas.openxmlformats.org/officeDocument/2006/relationships/slideLayout" Target="../slideLayouts/slideLayout32.xml"/><Relationship Id="rId35" Type="http://schemas.openxmlformats.org/officeDocument/2006/relationships/slideLayout" Target="../slideLayouts/slideLayout54.xml"/><Relationship Id="rId12" Type="http://schemas.openxmlformats.org/officeDocument/2006/relationships/slideLayout" Target="../slideLayouts/slideLayout31.xml"/><Relationship Id="rId34" Type="http://schemas.openxmlformats.org/officeDocument/2006/relationships/slideLayout" Target="../slideLayouts/slideLayout53.xml"/><Relationship Id="rId15" Type="http://schemas.openxmlformats.org/officeDocument/2006/relationships/slideLayout" Target="../slideLayouts/slideLayout34.xml"/><Relationship Id="rId37" Type="http://schemas.openxmlformats.org/officeDocument/2006/relationships/slideLayout" Target="../slideLayouts/slideLayout56.xml"/><Relationship Id="rId14" Type="http://schemas.openxmlformats.org/officeDocument/2006/relationships/slideLayout" Target="../slideLayouts/slideLayout33.xml"/><Relationship Id="rId36" Type="http://schemas.openxmlformats.org/officeDocument/2006/relationships/slideLayout" Target="../slideLayouts/slideLayout55.xml"/><Relationship Id="rId17" Type="http://schemas.openxmlformats.org/officeDocument/2006/relationships/slideLayout" Target="../slideLayouts/slideLayout36.xml"/><Relationship Id="rId39" Type="http://schemas.openxmlformats.org/officeDocument/2006/relationships/slideLayout" Target="../slideLayouts/slideLayout58.xml"/><Relationship Id="rId16" Type="http://schemas.openxmlformats.org/officeDocument/2006/relationships/slideLayout" Target="../slideLayouts/slideLayout35.xml"/><Relationship Id="rId38" Type="http://schemas.openxmlformats.org/officeDocument/2006/relationships/slideLayout" Target="../slideLayouts/slideLayout57.xml"/><Relationship Id="rId19" Type="http://schemas.openxmlformats.org/officeDocument/2006/relationships/slideLayout" Target="../slideLayouts/slideLayout38.xml"/><Relationship Id="rId18"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4" name="Shape 94"/>
        <p:cNvGrpSpPr/>
        <p:nvPr/>
      </p:nvGrpSpPr>
      <p:grpSpPr>
        <a:xfrm>
          <a:off x="0" y="0"/>
          <a:ext cx="0" cy="0"/>
          <a:chOff x="0" y="0"/>
          <a:chExt cx="0" cy="0"/>
        </a:xfrm>
      </p:grpSpPr>
      <p:sp>
        <p:nvSpPr>
          <p:cNvPr id="95" name="Google Shape;95;p21"/>
          <p:cNvSpPr txBox="1"/>
          <p:nvPr>
            <p:ph type="title"/>
          </p:nvPr>
        </p:nvSpPr>
        <p:spPr>
          <a:xfrm>
            <a:off x="713225" y="539500"/>
            <a:ext cx="7717500" cy="612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pace Mono"/>
              <a:buNone/>
              <a:defRPr b="1" sz="3000">
                <a:solidFill>
                  <a:schemeClr val="dk1"/>
                </a:solidFill>
                <a:latin typeface="Space Mono"/>
                <a:ea typeface="Space Mono"/>
                <a:cs typeface="Space Mono"/>
                <a:sym typeface="Space Mono"/>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96" name="Google Shape;96;p2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1pPr>
            <a:lvl2pPr indent="-317500" lvl="1" marL="9144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2pPr>
            <a:lvl3pPr indent="-317500" lvl="2" marL="13716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3pPr>
            <a:lvl4pPr indent="-317500" lvl="3" marL="18288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4pPr>
            <a:lvl5pPr indent="-317500" lvl="4" marL="22860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5pPr>
            <a:lvl6pPr indent="-317500" lvl="5" marL="27432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6pPr>
            <a:lvl7pPr indent="-317500" lvl="6" marL="32004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7pPr>
            <a:lvl8pPr indent="-317500" lvl="7" marL="36576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8pPr>
            <a:lvl9pPr indent="-317500" lvl="8" marL="4114800">
              <a:lnSpc>
                <a:spcPct val="100000"/>
              </a:lnSpc>
              <a:spcBef>
                <a:spcPts val="0"/>
              </a:spcBef>
              <a:spcAft>
                <a:spcPts val="0"/>
              </a:spcAft>
              <a:buClr>
                <a:schemeClr val="dk1"/>
              </a:buClr>
              <a:buSzPts val="1400"/>
              <a:buFont typeface="Roboto Condensed"/>
              <a:buChar char="■"/>
              <a:defRPr>
                <a:solidFill>
                  <a:schemeClr val="dk1"/>
                </a:solidFill>
                <a:latin typeface="Roboto Condensed"/>
                <a:ea typeface="Roboto Condensed"/>
                <a:cs typeface="Roboto Condensed"/>
                <a:sym typeface="Roboto Condensed"/>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m-lab/open-measurement-hackathon/" TargetMode="External"/><Relationship Id="rId4" Type="http://schemas.openxmlformats.org/officeDocument/2006/relationships/hyperlink" Target="https://discord.gg/Mx5jkvE4R" TargetMode="External"/><Relationship Id="rId5" Type="http://schemas.openxmlformats.org/officeDocument/2006/relationships/hyperlink" Target="https://www.acm.org/about-acm/reporting-unacceptable-behavior" TargetMode="External"/><Relationship Id="rId6" Type="http://schemas.openxmlformats.org/officeDocument/2006/relationships/hyperlink" Target="https://www.acm.org/special-interest-groups/volunteer-resources/officers-manual/policy-against-discrimination-and-harassment" TargetMode="External"/><Relationship Id="rId7" Type="http://schemas.openxmlformats.org/officeDocument/2006/relationships/hyperlink" Target="https://www.acm.org/special-interest-groups/volunteer-resources/officers-manual/policy-against-discrimination-and-harassmen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hyperlink" Target="https://www.measurementlab.net/status/" TargetMode="Externa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hyperlink" Target="https://groups.google.com/a/measurementlab.net/g/discuss?pli=1" TargetMode="External"/><Relationship Id="rId4" Type="http://schemas.openxmlformats.org/officeDocument/2006/relationships/hyperlink" Target="https://www.measurementlab.net/data/docs/bq/quickstart/" TargetMode="External"/><Relationship Id="rId9" Type="http://schemas.openxmlformats.org/officeDocument/2006/relationships/hyperlink" Target="https://colab.research.google.com/drive/1DKzJH3RSbVqkeedVFlmPQbTyACYO9aAC" TargetMode="External"/><Relationship Id="rId5" Type="http://schemas.openxmlformats.org/officeDocument/2006/relationships/hyperlink" Target="https://console.cloud.google.com/bigquery?project=measurement-lab" TargetMode="External"/><Relationship Id="rId6" Type="http://schemas.openxmlformats.org/officeDocument/2006/relationships/hyperlink" Target="https://www.measurementlab.net/tests/ndt/ndt7/" TargetMode="External"/><Relationship Id="rId7" Type="http://schemas.openxmlformats.org/officeDocument/2006/relationships/hyperlink" Target="https://www.measurementlab.net/data/docs/bq/quickstart/" TargetMode="External"/><Relationship Id="rId8" Type="http://schemas.openxmlformats.org/officeDocument/2006/relationships/hyperlink" Target="https://www.measurementlab.net/data/" TargetMode="External"/><Relationship Id="rId10" Type="http://schemas.openxmlformats.org/officeDocument/2006/relationships/hyperlink" Target="https://colab.research.google.com/drive/1z9YMpvLs9JzkQPBbvdGFGt6Vzy8-EYxg#scrollTo=I1yXIEbLn7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hyperlink" Target="https://www.measurementlab.net/data/stats/" TargetMode="External"/><Relationship Id="rId4" Type="http://schemas.openxmlformats.org/officeDocument/2006/relationships/hyperlink" Target="https://github.com/m-lab/mlab-notebooks/tree/main/monthlystats" TargetMode="External"/><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hyperlink" Target="https://www.measurementlab.net/tests/hermes/" TargetMode="External"/><Relationship Id="rId4" Type="http://schemas.openxmlformats.org/officeDocument/2006/relationships/hyperlink" Target="https://www.measurementlab.net/tests/hermes/methodology/path-enrichmen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jpg"/><Relationship Id="rId4" Type="http://schemas.openxmlformats.org/officeDocument/2006/relationships/hyperlink" Target="https://iyp.iijlab.net" TargetMode="External"/><Relationship Id="rId5" Type="http://schemas.openxmlformats.org/officeDocument/2006/relationships/hyperlink" Target="https://ihr-archive.iijlab.net" TargetMode="External"/><Relationship Id="rId6"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github.com/InternetHealthReport/internet-yellow-pages/blob/main/documentation/data-sources.md" TargetMode="Externa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tutorial.iyp.ihr.live/" TargetMode="External"/><Relationship Id="rId4" Type="http://schemas.openxmlformats.org/officeDocument/2006/relationships/hyperlink" Target="https://github.com/InternetHealthReport/internet-yellow-pages/blob/main/documentation/gallery.md" TargetMode="External"/><Relationship Id="rId5" Type="http://schemas.openxmlformats.org/officeDocument/2006/relationships/hyperlink" Target="https://github.com/InternetHealthReport/iyp-notebooks" TargetMode="External"/><Relationship Id="rId6" Type="http://schemas.openxmlformats.org/officeDocument/2006/relationships/hyperlink" Target="https://mcp.iyp.ihr.live/mcp" TargetMode="External"/><Relationship Id="rId7"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www.peeringdb.com/" TargetMode="External"/><Relationship Id="rId4" Type="http://schemas.openxmlformats.org/officeDocument/2006/relationships/hyperlink" Target="https://stats.labs.apnic.net/aspop/" TargetMode="External"/><Relationship Id="rId5" Type="http://schemas.openxmlformats.org/officeDocument/2006/relationships/hyperlink" Target="https://radar.cloudflare.com/" TargetMode="External"/><Relationship Id="rId6" Type="http://schemas.openxmlformats.org/officeDocument/2006/relationships/hyperlink" Target="https://developers.cloudflare.com/api/resources/radar/" TargetMode="External"/><Relationship Id="rId7" Type="http://schemas.openxmlformats.org/officeDocument/2006/relationships/hyperlink" Target="https://developers.cloudflare.com/radar/" TargetMode="External"/><Relationship Id="rId8"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peed.cloudflare.com" TargetMode="External"/><Relationship Id="rId4" Type="http://schemas.openxmlformats.org/officeDocument/2006/relationships/hyperlink" Target="https://github.com/cloudflare/speedtest" TargetMode="External"/><Relationship Id="rId5" Type="http://schemas.openxmlformats.org/officeDocument/2006/relationships/hyperlink" Target="https://blog.cloudflare.com/how-does-cloudflares-speed-test-really-work/" TargetMode="External"/><Relationship Id="rId6" Type="http://schemas.openxmlformats.org/officeDocument/2006/relationships/image" Target="../media/image1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radar.cloudflare.com/explorer" TargetMode="External"/><Relationship Id="rId4" Type="http://schemas.openxmlformats.org/officeDocument/2006/relationships/hyperlink" Target="https://blog.cloudflare.com/radar-data-explorer-ai-assistant/#building-a-query-directly" TargetMode="External"/><Relationship Id="rId5"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dash.cloudflare.com/sign-up" TargetMode="External"/><Relationship Id="rId4"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dash.cloudflare.com/login" TargetMode="External"/><Relationship Id="rId4" Type="http://schemas.openxmlformats.org/officeDocument/2006/relationships/image" Target="../media/image1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internethistoryinitiative.or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20.png"/><Relationship Id="rId5"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explorer.ooni.org/" TargetMode="External"/><Relationship Id="rId4" Type="http://schemas.openxmlformats.org/officeDocument/2006/relationships/hyperlink" Target="https://explorer.ooni.org/chart/mat" TargetMode="External"/><Relationship Id="rId5" Type="http://schemas.openxmlformats.org/officeDocument/2006/relationships/hyperlink" Target="https://api.ooni.org/apidocs/" TargetMode="External"/><Relationship Id="rId6"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docs.ooni.org/data/oonidata-analysis-db/" TargetMode="External"/><Relationship Id="rId4" Type="http://schemas.openxmlformats.org/officeDocument/2006/relationships/hyperlink" Target="https://notebook.ooni.org/" TargetMode="External"/><Relationship Id="rId5"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65"/>
          <p:cNvPicPr preferRelativeResize="0"/>
          <p:nvPr/>
        </p:nvPicPr>
        <p:blipFill>
          <a:blip r:embed="rId3">
            <a:alphaModFix/>
          </a:blip>
          <a:stretch>
            <a:fillRect/>
          </a:stretch>
        </p:blipFill>
        <p:spPr>
          <a:xfrm>
            <a:off x="0" y="-4150"/>
            <a:ext cx="9882232"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Schedule</a:t>
            </a:r>
            <a:endParaRPr/>
          </a:p>
        </p:txBody>
      </p:sp>
      <p:sp>
        <p:nvSpPr>
          <p:cNvPr id="381" name="Google Shape;381;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
                <a:solidFill>
                  <a:schemeClr val="dk1"/>
                </a:solidFill>
              </a:rPr>
              <a:t>09:00-09:30	Sign in and coffee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09:30-10:30	Introduction to datasets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10:30-11:00	Team formation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11:00-12:00	Working Time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12:00-13:00	Lunch</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13:00-14:45	Working Time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14:45-15:00	Break</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15:00-16:00	Working Time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16:00-17:00	Share outs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Introductions</a:t>
            </a:r>
            <a:endParaRPr/>
          </a:p>
        </p:txBody>
      </p:sp>
      <p:sp>
        <p:nvSpPr>
          <p:cNvPr id="387" name="Google Shape;387;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Measurement Lab</a:t>
            </a:r>
            <a:r>
              <a:rPr lang="en">
                <a:solidFill>
                  <a:schemeClr val="dk1"/>
                </a:solidFill>
              </a:rPr>
              <a:t> - </a:t>
            </a:r>
            <a:r>
              <a:rPr lang="en">
                <a:solidFill>
                  <a:schemeClr val="dk1"/>
                </a:solidFill>
              </a:rPr>
              <a:t>Pavlos Sermpezis</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Internet Society</a:t>
            </a:r>
            <a:r>
              <a:rPr lang="en">
                <a:solidFill>
                  <a:schemeClr val="dk1"/>
                </a:solidFill>
              </a:rPr>
              <a:t> - Amreesh Phokeer</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UNICEF Giga</a:t>
            </a:r>
            <a:r>
              <a:rPr lang="en">
                <a:solidFill>
                  <a:schemeClr val="dk1"/>
                </a:solidFill>
              </a:rPr>
              <a:t> - Shilpa	Arora &amp; Vipul Bhavsar</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IIJ Research Laboratory</a:t>
            </a:r>
            <a:r>
              <a:rPr lang="en">
                <a:solidFill>
                  <a:schemeClr val="dk1"/>
                </a:solidFill>
              </a:rPr>
              <a:t> - Romain Fontugne</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Internet Intelligence Lab; IODA</a:t>
            </a:r>
            <a:r>
              <a:rPr lang="en">
                <a:solidFill>
                  <a:schemeClr val="dk1"/>
                </a:solidFill>
              </a:rPr>
              <a:t> - Zachary Bischof</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Cloudflare Radar</a:t>
            </a:r>
            <a:r>
              <a:rPr lang="en">
                <a:solidFill>
                  <a:schemeClr val="dk1"/>
                </a:solidFill>
              </a:rPr>
              <a:t> - </a:t>
            </a:r>
            <a:r>
              <a:rPr lang="en">
                <a:solidFill>
                  <a:schemeClr val="dk1"/>
                </a:solidFill>
              </a:rPr>
              <a:t>Lai Yi Ohlsen</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Internet History Initiative</a:t>
            </a:r>
            <a:r>
              <a:rPr lang="en">
                <a:solidFill>
                  <a:schemeClr val="dk1"/>
                </a:solidFill>
              </a:rPr>
              <a:t> - Jim Cowie</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OONI</a:t>
            </a:r>
            <a:r>
              <a:rPr lang="en">
                <a:solidFill>
                  <a:schemeClr val="dk1"/>
                </a:solidFill>
              </a:rPr>
              <a:t> - Arturo Filastò (online)</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Links</a:t>
            </a:r>
            <a:endParaRPr/>
          </a:p>
        </p:txBody>
      </p:sp>
      <p:sp>
        <p:nvSpPr>
          <p:cNvPr id="393" name="Google Shape;393;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GitHub </a:t>
            </a:r>
            <a:r>
              <a:rPr lang="en" u="sng">
                <a:solidFill>
                  <a:schemeClr val="hlink"/>
                </a:solidFill>
                <a:hlinkClick r:id="rId3"/>
              </a:rPr>
              <a:t>https://github.com/m-lab/open-measurement-hackathon/</a:t>
            </a:r>
            <a:r>
              <a:rPr lang="en">
                <a:solidFill>
                  <a:schemeClr val="dk1"/>
                </a:solidFill>
              </a:rPr>
              <a:t> </a:t>
            </a:r>
            <a:endParaRPr>
              <a:solidFill>
                <a:schemeClr val="dk1"/>
              </a:solidFill>
            </a:endParaRPr>
          </a:p>
          <a:p>
            <a:pPr indent="0" lvl="0" marL="91440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Discord </a:t>
            </a:r>
            <a:r>
              <a:rPr lang="en" u="sng">
                <a:solidFill>
                  <a:schemeClr val="hlink"/>
                </a:solidFill>
                <a:hlinkClick r:id="rId4"/>
              </a:rPr>
              <a:t>https://discord.gg/Mx5jkvE4R</a:t>
            </a:r>
            <a:r>
              <a:rPr lang="en">
                <a:solidFill>
                  <a:schemeClr val="dk1"/>
                </a:solidFill>
              </a:rPr>
              <a:t>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Policies for ACM activities and events</a:t>
            </a:r>
            <a:endParaRPr>
              <a:solidFill>
                <a:schemeClr val="dk1"/>
              </a:solidFill>
            </a:endParaRPr>
          </a:p>
          <a:p>
            <a:pPr indent="-317500" lvl="1" marL="914400" rtl="0" algn="l">
              <a:spcBef>
                <a:spcPts val="0"/>
              </a:spcBef>
              <a:spcAft>
                <a:spcPts val="0"/>
              </a:spcAft>
              <a:buClr>
                <a:schemeClr val="dk1"/>
              </a:buClr>
              <a:buSzPts val="1400"/>
              <a:buChar char="○"/>
            </a:pPr>
            <a:r>
              <a:rPr lang="en" u="sng">
                <a:solidFill>
                  <a:schemeClr val="hlink"/>
                </a:solidFill>
                <a:hlinkClick r:id="rId5"/>
              </a:rPr>
              <a:t>Reporting Unacceptable Behavior</a:t>
            </a:r>
            <a:endParaRPr>
              <a:solidFill>
                <a:schemeClr val="dk1"/>
              </a:solidFill>
            </a:endParaRPr>
          </a:p>
          <a:p>
            <a:pPr indent="-317500" lvl="1" marL="914400" rtl="0" algn="l">
              <a:spcBef>
                <a:spcPts val="0"/>
              </a:spcBef>
              <a:spcAft>
                <a:spcPts val="0"/>
              </a:spcAft>
              <a:buClr>
                <a:schemeClr val="dk1"/>
              </a:buClr>
              <a:buSzPts val="1400"/>
              <a:buChar char="○"/>
            </a:pPr>
            <a:r>
              <a:rPr lang="en" u="sng">
                <a:solidFill>
                  <a:schemeClr val="hlink"/>
                </a:solidFill>
                <a:hlinkClick r:id="rId6"/>
              </a:rPr>
              <a:t>P</a:t>
            </a:r>
            <a:r>
              <a:rPr lang="en" u="sng">
                <a:solidFill>
                  <a:schemeClr val="hlink"/>
                </a:solidFill>
                <a:hlinkClick r:id="rId7"/>
              </a:rPr>
              <a:t>olicy Against Harassment</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7" name="Shape 397"/>
        <p:cNvGrpSpPr/>
        <p:nvPr/>
      </p:nvGrpSpPr>
      <p:grpSpPr>
        <a:xfrm>
          <a:off x="0" y="0"/>
          <a:ext cx="0" cy="0"/>
          <a:chOff x="0" y="0"/>
          <a:chExt cx="0" cy="0"/>
        </a:xfrm>
      </p:grpSpPr>
      <p:pic>
        <p:nvPicPr>
          <p:cNvPr id="398" name="Google Shape;398;p69"/>
          <p:cNvPicPr preferRelativeResize="0"/>
          <p:nvPr/>
        </p:nvPicPr>
        <p:blipFill>
          <a:blip r:embed="rId3">
            <a:alphaModFix/>
          </a:blip>
          <a:stretch>
            <a:fillRect/>
          </a:stretch>
        </p:blipFill>
        <p:spPr>
          <a:xfrm>
            <a:off x="1949749" y="1803513"/>
            <a:ext cx="5244500" cy="1536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70"/>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M-Lab</a:t>
            </a:r>
            <a:endParaRPr b="1" sz="3000">
              <a:latin typeface="Nunito"/>
              <a:ea typeface="Nunito"/>
              <a:cs typeface="Nunito"/>
              <a:sym typeface="Nunito"/>
            </a:endParaRPr>
          </a:p>
        </p:txBody>
      </p:sp>
      <p:pic>
        <p:nvPicPr>
          <p:cNvPr id="404" name="Google Shape;404;p70"/>
          <p:cNvPicPr preferRelativeResize="0"/>
          <p:nvPr/>
        </p:nvPicPr>
        <p:blipFill>
          <a:blip r:embed="rId3">
            <a:alphaModFix/>
          </a:blip>
          <a:stretch>
            <a:fillRect/>
          </a:stretch>
        </p:blipFill>
        <p:spPr>
          <a:xfrm>
            <a:off x="1993824" y="1128899"/>
            <a:ext cx="5156349" cy="339687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71"/>
          <p:cNvSpPr txBox="1"/>
          <p:nvPr>
            <p:ph idx="4294967295" type="body"/>
          </p:nvPr>
        </p:nvSpPr>
        <p:spPr>
          <a:xfrm>
            <a:off x="354775" y="982850"/>
            <a:ext cx="7933800" cy="1179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400+ servers globally</a:t>
            </a:r>
            <a:endParaRPr/>
          </a:p>
          <a:p>
            <a:pPr indent="-317500" lvl="1" marL="914400" rtl="0" algn="l">
              <a:spcBef>
                <a:spcPts val="0"/>
              </a:spcBef>
              <a:spcAft>
                <a:spcPts val="0"/>
              </a:spcAft>
              <a:buSzPts val="1400"/>
              <a:buChar char="○"/>
            </a:pPr>
            <a:r>
              <a:rPr lang="en" u="sng">
                <a:solidFill>
                  <a:schemeClr val="hlink"/>
                </a:solidFill>
                <a:hlinkClick r:id="rId3"/>
              </a:rPr>
              <a:t>https://www.measurementlab.net/status/</a:t>
            </a:r>
            <a:r>
              <a:rPr lang="en"/>
              <a:t> </a:t>
            </a:r>
            <a:endParaRPr/>
          </a:p>
          <a:p>
            <a:pPr indent="-342900" lvl="0" marL="457200" rtl="0" algn="l">
              <a:spcBef>
                <a:spcPts val="0"/>
              </a:spcBef>
              <a:spcAft>
                <a:spcPts val="0"/>
              </a:spcAft>
              <a:buSzPts val="1800"/>
              <a:buChar char="●"/>
            </a:pPr>
            <a:r>
              <a:rPr lang="en"/>
              <a:t>40+ countries / 100+ metros, </a:t>
            </a:r>
            <a:endParaRPr/>
          </a:p>
          <a:p>
            <a:pPr indent="-342900" lvl="0" marL="457200" rtl="0" algn="l">
              <a:spcBef>
                <a:spcPts val="0"/>
              </a:spcBef>
              <a:spcAft>
                <a:spcPts val="0"/>
              </a:spcAft>
              <a:buSzPts val="1800"/>
              <a:buChar char="●"/>
            </a:pPr>
            <a:r>
              <a:rPr lang="en"/>
              <a:t>50+ transit providers</a:t>
            </a:r>
            <a:endParaRPr/>
          </a:p>
        </p:txBody>
      </p:sp>
      <p:sp>
        <p:nvSpPr>
          <p:cNvPr id="410" name="Google Shape;410;p71"/>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M-Lab’s platform</a:t>
            </a:r>
            <a:endParaRPr b="1" sz="3000">
              <a:latin typeface="Nunito"/>
              <a:ea typeface="Nunito"/>
              <a:cs typeface="Nunito"/>
              <a:sym typeface="Nunito"/>
            </a:endParaRPr>
          </a:p>
        </p:txBody>
      </p:sp>
      <p:pic>
        <p:nvPicPr>
          <p:cNvPr id="411" name="Google Shape;411;p71"/>
          <p:cNvPicPr preferRelativeResize="0"/>
          <p:nvPr/>
        </p:nvPicPr>
        <p:blipFill>
          <a:blip r:embed="rId4">
            <a:alphaModFix/>
          </a:blip>
          <a:stretch>
            <a:fillRect/>
          </a:stretch>
        </p:blipFill>
        <p:spPr>
          <a:xfrm>
            <a:off x="1157483" y="2175491"/>
            <a:ext cx="6400700" cy="2797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2"/>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M-Lab measurements</a:t>
            </a:r>
            <a:endParaRPr b="1" sz="3000">
              <a:latin typeface="Nunito"/>
              <a:ea typeface="Nunito"/>
              <a:cs typeface="Nunito"/>
              <a:sym typeface="Nunito"/>
            </a:endParaRPr>
          </a:p>
        </p:txBody>
      </p:sp>
      <p:sp>
        <p:nvSpPr>
          <p:cNvPr id="417" name="Google Shape;417;p72"/>
          <p:cNvSpPr txBox="1"/>
          <p:nvPr/>
        </p:nvSpPr>
        <p:spPr>
          <a:xfrm>
            <a:off x="311700" y="1162100"/>
            <a:ext cx="7309200" cy="28014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rgbClr val="000000"/>
              </a:buClr>
              <a:buSzPts val="1700"/>
              <a:buFont typeface="Nunito"/>
              <a:buChar char="●"/>
            </a:pPr>
            <a:r>
              <a:rPr lang="en" sz="1700">
                <a:latin typeface="Nunito"/>
                <a:ea typeface="Nunito"/>
                <a:cs typeface="Nunito"/>
                <a:sym typeface="Nunito"/>
              </a:rPr>
              <a:t>M-Lab measurement services</a:t>
            </a:r>
            <a:endParaRPr sz="1700">
              <a:latin typeface="Nunito"/>
              <a:ea typeface="Nunito"/>
              <a:cs typeface="Nunito"/>
              <a:sym typeface="Nunito"/>
            </a:endParaRPr>
          </a:p>
          <a:p>
            <a:pPr indent="-336550" lvl="1" marL="914400" rtl="0" algn="l">
              <a:lnSpc>
                <a:spcPct val="150000"/>
              </a:lnSpc>
              <a:spcBef>
                <a:spcPts val="0"/>
              </a:spcBef>
              <a:spcAft>
                <a:spcPts val="0"/>
              </a:spcAft>
              <a:buSzPts val="1700"/>
              <a:buFont typeface="Nunito"/>
              <a:buChar char="○"/>
            </a:pPr>
            <a:r>
              <a:rPr b="1" lang="en" sz="1700">
                <a:latin typeface="Nunito"/>
                <a:ea typeface="Nunito"/>
                <a:cs typeface="Nunito"/>
                <a:sym typeface="Nunito"/>
              </a:rPr>
              <a:t>Network Diagnostic Tool</a:t>
            </a:r>
            <a:r>
              <a:rPr lang="en" sz="1700">
                <a:latin typeface="Nunito"/>
                <a:ea typeface="Nunito"/>
                <a:cs typeface="Nunito"/>
                <a:sym typeface="Nunito"/>
              </a:rPr>
              <a:t>, aka. </a:t>
            </a:r>
            <a:r>
              <a:rPr b="1" lang="en" sz="1700">
                <a:latin typeface="Nunito"/>
                <a:ea typeface="Nunito"/>
                <a:cs typeface="Nunito"/>
                <a:sym typeface="Nunito"/>
              </a:rPr>
              <a:t>NDT</a:t>
            </a:r>
            <a:r>
              <a:rPr lang="en" sz="1700">
                <a:latin typeface="Nunito"/>
                <a:ea typeface="Nunito"/>
                <a:cs typeface="Nunito"/>
                <a:sym typeface="Nunito"/>
              </a:rPr>
              <a:t>, aka </a:t>
            </a:r>
            <a:r>
              <a:rPr b="1" lang="en" sz="1700">
                <a:latin typeface="Nunito"/>
                <a:ea typeface="Nunito"/>
                <a:cs typeface="Nunito"/>
                <a:sym typeface="Nunito"/>
              </a:rPr>
              <a:t>“speed test”</a:t>
            </a:r>
            <a:endParaRPr b="1" sz="1700">
              <a:latin typeface="Nunito"/>
              <a:ea typeface="Nunito"/>
              <a:cs typeface="Nunito"/>
              <a:sym typeface="Nunito"/>
            </a:endParaRPr>
          </a:p>
          <a:p>
            <a:pPr indent="-336550" lvl="1" marL="914400" rtl="0" algn="l">
              <a:lnSpc>
                <a:spcPct val="150000"/>
              </a:lnSpc>
              <a:spcBef>
                <a:spcPts val="0"/>
              </a:spcBef>
              <a:spcAft>
                <a:spcPts val="0"/>
              </a:spcAft>
              <a:buSzPts val="1700"/>
              <a:buFont typeface="Nunito"/>
              <a:buChar char="○"/>
            </a:pPr>
            <a:r>
              <a:rPr lang="en" sz="1700">
                <a:latin typeface="Nunito"/>
                <a:ea typeface="Nunito"/>
                <a:cs typeface="Nunito"/>
                <a:sym typeface="Nunito"/>
              </a:rPr>
              <a:t>Other: Wehe, Reverse traceroute, Neubot/DASH</a:t>
            </a:r>
            <a:endParaRPr sz="1700">
              <a:latin typeface="Nunito"/>
              <a:ea typeface="Nunito"/>
              <a:cs typeface="Nunito"/>
              <a:sym typeface="Nunito"/>
            </a:endParaRPr>
          </a:p>
          <a:p>
            <a:pPr indent="-336550" lvl="0" marL="457200" rtl="0" algn="l">
              <a:lnSpc>
                <a:spcPct val="150000"/>
              </a:lnSpc>
              <a:spcBef>
                <a:spcPts val="0"/>
              </a:spcBef>
              <a:spcAft>
                <a:spcPts val="0"/>
              </a:spcAft>
              <a:buClr>
                <a:srgbClr val="000000"/>
              </a:buClr>
              <a:buSzPts val="1700"/>
              <a:buFont typeface="Nunito"/>
              <a:buChar char="●"/>
            </a:pPr>
            <a:r>
              <a:rPr lang="en" sz="1700">
                <a:latin typeface="Nunito"/>
                <a:ea typeface="Nunito"/>
                <a:cs typeface="Nunito"/>
                <a:sym typeface="Nunito"/>
              </a:rPr>
              <a:t>Sidecar Services</a:t>
            </a:r>
            <a:endParaRPr sz="1700">
              <a:latin typeface="Nunito"/>
              <a:ea typeface="Nunito"/>
              <a:cs typeface="Nunito"/>
              <a:sym typeface="Nunito"/>
            </a:endParaRPr>
          </a:p>
          <a:p>
            <a:pPr indent="-336550" lvl="1" marL="914400" rtl="0" algn="l">
              <a:lnSpc>
                <a:spcPct val="150000"/>
              </a:lnSpc>
              <a:spcBef>
                <a:spcPts val="0"/>
              </a:spcBef>
              <a:spcAft>
                <a:spcPts val="0"/>
              </a:spcAft>
              <a:buSzPts val="1700"/>
              <a:buFont typeface="Nunito"/>
              <a:buChar char="○"/>
            </a:pPr>
            <a:r>
              <a:rPr b="1" lang="en" sz="1700">
                <a:latin typeface="Nunito"/>
                <a:ea typeface="Nunito"/>
                <a:cs typeface="Nunito"/>
                <a:sym typeface="Nunito"/>
              </a:rPr>
              <a:t>Traceroute</a:t>
            </a:r>
            <a:r>
              <a:rPr lang="en" sz="1700">
                <a:latin typeface="Nunito"/>
                <a:ea typeface="Nunito"/>
                <a:cs typeface="Nunito"/>
                <a:sym typeface="Nunito"/>
              </a:rPr>
              <a:t> (from M-Lab server back to the client/user)</a:t>
            </a:r>
            <a:endParaRPr sz="1700">
              <a:latin typeface="Nunito"/>
              <a:ea typeface="Nunito"/>
              <a:cs typeface="Nunito"/>
              <a:sym typeface="Nunito"/>
            </a:endParaRPr>
          </a:p>
          <a:p>
            <a:pPr indent="-336550" lvl="1" marL="914400" rtl="0" algn="l">
              <a:lnSpc>
                <a:spcPct val="150000"/>
              </a:lnSpc>
              <a:spcBef>
                <a:spcPts val="0"/>
              </a:spcBef>
              <a:spcAft>
                <a:spcPts val="0"/>
              </a:spcAft>
              <a:buSzPts val="1700"/>
              <a:buFont typeface="Nunito"/>
              <a:buChar char="○"/>
            </a:pPr>
            <a:r>
              <a:rPr b="1" lang="en" sz="1700">
                <a:latin typeface="Nunito"/>
                <a:ea typeface="Nunito"/>
                <a:cs typeface="Nunito"/>
                <a:sym typeface="Nunito"/>
              </a:rPr>
              <a:t>PCAP</a:t>
            </a:r>
            <a:r>
              <a:rPr lang="en" sz="1700">
                <a:latin typeface="Nunito"/>
                <a:ea typeface="Nunito"/>
                <a:cs typeface="Nunito"/>
                <a:sym typeface="Nunito"/>
              </a:rPr>
              <a:t> collects packet headers for all incoming TCP flows</a:t>
            </a:r>
            <a:endParaRPr sz="1700">
              <a:latin typeface="Nunito"/>
              <a:ea typeface="Nunito"/>
              <a:cs typeface="Nunito"/>
              <a:sym typeface="Nunito"/>
            </a:endParaRPr>
          </a:p>
          <a:p>
            <a:pPr indent="-336550" lvl="1" marL="914400" rtl="0" algn="l">
              <a:lnSpc>
                <a:spcPct val="150000"/>
              </a:lnSpc>
              <a:spcBef>
                <a:spcPts val="0"/>
              </a:spcBef>
              <a:spcAft>
                <a:spcPts val="0"/>
              </a:spcAft>
              <a:buSzPts val="1700"/>
              <a:buFont typeface="Nunito"/>
              <a:buChar char="○"/>
            </a:pPr>
            <a:r>
              <a:rPr b="1" lang="en" sz="1700">
                <a:latin typeface="Nunito"/>
                <a:ea typeface="Nunito"/>
                <a:cs typeface="Nunito"/>
                <a:sym typeface="Nunito"/>
              </a:rPr>
              <a:t>TCP</a:t>
            </a:r>
            <a:r>
              <a:rPr lang="en" sz="1700">
                <a:latin typeface="Nunito"/>
                <a:ea typeface="Nunito"/>
                <a:cs typeface="Nunito"/>
                <a:sym typeface="Nunito"/>
              </a:rPr>
              <a:t> Info collects statistics for every open TCP socket</a:t>
            </a:r>
            <a:endParaRPr sz="1700">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3"/>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Network Diagnostics Tool (NDT)</a:t>
            </a:r>
            <a:endParaRPr sz="3000"/>
          </a:p>
        </p:txBody>
      </p:sp>
      <p:sp>
        <p:nvSpPr>
          <p:cNvPr id="423" name="Google Shape;423;p73"/>
          <p:cNvSpPr txBox="1"/>
          <p:nvPr>
            <p:ph idx="4294967295" type="body"/>
          </p:nvPr>
        </p:nvSpPr>
        <p:spPr>
          <a:xfrm>
            <a:off x="354775" y="1211450"/>
            <a:ext cx="6896400" cy="2243400"/>
          </a:xfrm>
          <a:prstGeom prst="rect">
            <a:avLst/>
          </a:prstGeom>
        </p:spPr>
        <p:txBody>
          <a:bodyPr anchorCtr="0" anchor="t" bIns="91425" lIns="91425" spcFirstLastPara="1" rIns="91425" wrap="square" tIns="91425">
            <a:normAutofit fontScale="92500" lnSpcReduction="20000"/>
          </a:bodyPr>
          <a:lstStyle/>
          <a:p>
            <a:pPr indent="-334328" lvl="0" marL="457200" rtl="0" algn="l">
              <a:lnSpc>
                <a:spcPct val="150000"/>
              </a:lnSpc>
              <a:spcBef>
                <a:spcPts val="0"/>
              </a:spcBef>
              <a:spcAft>
                <a:spcPts val="0"/>
              </a:spcAft>
              <a:buClr>
                <a:schemeClr val="dk1"/>
              </a:buClr>
              <a:buSzPct val="100000"/>
              <a:buChar char="●"/>
            </a:pPr>
            <a:r>
              <a:rPr lang="en"/>
              <a:t>NDT is our most frequently run test</a:t>
            </a:r>
            <a:endParaRPr/>
          </a:p>
          <a:p>
            <a:pPr indent="-310832" lvl="1" marL="914400" rtl="0" algn="l">
              <a:lnSpc>
                <a:spcPct val="150000"/>
              </a:lnSpc>
              <a:spcBef>
                <a:spcPts val="0"/>
              </a:spcBef>
              <a:spcAft>
                <a:spcPts val="0"/>
              </a:spcAft>
              <a:buSzPct val="100000"/>
              <a:buChar char="○"/>
            </a:pPr>
            <a:r>
              <a:rPr lang="en"/>
              <a:t>NDT measures the single-stream performance of bulk-transport capacity, more commonly referred to as a “speed test”</a:t>
            </a:r>
            <a:endParaRPr/>
          </a:p>
          <a:p>
            <a:pPr indent="-334328" lvl="0" marL="457200" rtl="0" algn="l">
              <a:lnSpc>
                <a:spcPct val="150000"/>
              </a:lnSpc>
              <a:spcBef>
                <a:spcPts val="0"/>
              </a:spcBef>
              <a:spcAft>
                <a:spcPts val="0"/>
              </a:spcAft>
              <a:buClr>
                <a:schemeClr val="dk1"/>
              </a:buClr>
              <a:buSzPct val="100000"/>
              <a:buChar char="●"/>
            </a:pPr>
            <a:r>
              <a:rPr lang="en"/>
              <a:t>6+ billion tests total</a:t>
            </a:r>
            <a:endParaRPr/>
          </a:p>
          <a:p>
            <a:pPr indent="-334328" lvl="0" marL="457200" rtl="0" algn="l">
              <a:lnSpc>
                <a:spcPct val="150000"/>
              </a:lnSpc>
              <a:spcBef>
                <a:spcPts val="0"/>
              </a:spcBef>
              <a:spcAft>
                <a:spcPts val="0"/>
              </a:spcAft>
              <a:buClr>
                <a:schemeClr val="dk1"/>
              </a:buClr>
              <a:buSzPct val="100000"/>
              <a:buChar char="●"/>
            </a:pPr>
            <a:r>
              <a:rPr lang="en"/>
              <a:t>4+ million tests per day, on average </a:t>
            </a:r>
            <a:endParaRPr/>
          </a:p>
          <a:p>
            <a:pPr indent="-334328" lvl="0" marL="457200" rtl="0" algn="l">
              <a:lnSpc>
                <a:spcPct val="150000"/>
              </a:lnSpc>
              <a:spcBef>
                <a:spcPts val="0"/>
              </a:spcBef>
              <a:spcAft>
                <a:spcPts val="0"/>
              </a:spcAft>
              <a:buClr>
                <a:schemeClr val="dk1"/>
              </a:buClr>
              <a:buSzPct val="100000"/>
              <a:buChar char="●"/>
            </a:pPr>
            <a:r>
              <a:rPr lang="en"/>
              <a:t>&gt; 8 PiB of data total</a:t>
            </a:r>
            <a:endParaRPr/>
          </a:p>
          <a:p>
            <a:pPr indent="-310832" lvl="1" marL="914400" rtl="0" algn="l">
              <a:lnSpc>
                <a:spcPct val="150000"/>
              </a:lnSpc>
              <a:spcBef>
                <a:spcPts val="0"/>
              </a:spcBef>
              <a:spcAft>
                <a:spcPts val="0"/>
              </a:spcAft>
              <a:buSzPct val="100000"/>
              <a:buChar char="○"/>
            </a:pPr>
            <a:r>
              <a:rPr lang="en"/>
              <a:t>Increase rate &gt; 1 PiB since last year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4"/>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Accessing M-Lab Data</a:t>
            </a:r>
            <a:endParaRPr b="1" sz="3000">
              <a:latin typeface="Nunito"/>
              <a:ea typeface="Nunito"/>
              <a:cs typeface="Nunito"/>
              <a:sym typeface="Nunito"/>
            </a:endParaRPr>
          </a:p>
        </p:txBody>
      </p:sp>
      <p:sp>
        <p:nvSpPr>
          <p:cNvPr id="429" name="Google Shape;429;p74"/>
          <p:cNvSpPr txBox="1"/>
          <p:nvPr>
            <p:ph idx="4294967295" type="body"/>
          </p:nvPr>
        </p:nvSpPr>
        <p:spPr>
          <a:xfrm>
            <a:off x="354775" y="1211450"/>
            <a:ext cx="8238000" cy="3468300"/>
          </a:xfrm>
          <a:prstGeom prst="rect">
            <a:avLst/>
          </a:prstGeom>
        </p:spPr>
        <p:txBody>
          <a:bodyPr anchorCtr="0" anchor="t" bIns="91425" lIns="91425" spcFirstLastPara="1" rIns="91425" wrap="square" tIns="91425">
            <a:normAutofit lnSpcReduction="10000"/>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To access M-Lab’s public data, you need to sign up for the discuss@ list </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u="sng">
                <a:solidFill>
                  <a:schemeClr val="hlink"/>
                </a:solidFill>
                <a:hlinkClick r:id="rId3"/>
              </a:rPr>
              <a:t>https://groups.google.com/a/measurementlab.net/g/discuss?pli=1</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Then you can access the data through BigQuery</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Tutorial: </a:t>
            </a:r>
            <a:r>
              <a:rPr lang="en" u="sng">
                <a:solidFill>
                  <a:schemeClr val="accent5"/>
                </a:solidFill>
                <a:hlinkClick r:id="rId4">
                  <a:extLst>
                    <a:ext uri="{A12FA001-AC4F-418D-AE19-62706E023703}">
                      <ahyp:hlinkClr val="tx"/>
                    </a:ext>
                  </a:extLst>
                </a:hlinkClick>
              </a:rPr>
              <a:t>https://www.measurementlab.net/data/docs/bq/quickstart/</a:t>
            </a:r>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BigQuery: </a:t>
            </a:r>
            <a:r>
              <a:rPr lang="en" u="sng">
                <a:solidFill>
                  <a:schemeClr val="hlink"/>
                </a:solidFill>
                <a:hlinkClick r:id="rId5"/>
              </a:rPr>
              <a:t>https://console.cloud.google.com/bigquery?project=measurement-lab</a:t>
            </a:r>
            <a:r>
              <a:rPr lang="en"/>
              <a:t> </a:t>
            </a:r>
            <a:endParaRPr/>
          </a:p>
          <a:p>
            <a:pPr indent="-317500" lvl="1" marL="914400" rtl="0" algn="l">
              <a:lnSpc>
                <a:spcPct val="150000"/>
              </a:lnSpc>
              <a:spcBef>
                <a:spcPts val="0"/>
              </a:spcBef>
              <a:spcAft>
                <a:spcPts val="0"/>
              </a:spcAft>
              <a:buClr>
                <a:schemeClr val="dk1"/>
              </a:buClr>
              <a:buSzPts val="1400"/>
              <a:buChar char="○"/>
            </a:pPr>
            <a:r>
              <a:rPr lang="en"/>
              <a:t>Schema (for ndt7 dataset): </a:t>
            </a:r>
            <a:r>
              <a:rPr lang="en" u="sng">
                <a:solidFill>
                  <a:schemeClr val="hlink"/>
                </a:solidFill>
                <a:hlinkClick r:id="rId6"/>
              </a:rPr>
              <a:t>https://www.measurementlab.net/tests/ndt/ndt7/</a:t>
            </a:r>
            <a:r>
              <a:rPr lang="en"/>
              <a:t> </a:t>
            </a:r>
            <a:r>
              <a:rPr lang="en" u="sng">
                <a:solidFill>
                  <a:schemeClr val="accent5"/>
                </a:solidFill>
                <a:hlinkClick r:id="rId7">
                  <a:extLst>
                    <a:ext uri="{A12FA001-AC4F-418D-AE19-62706E023703}">
                      <ahyp:hlinkClr val="tx"/>
                    </a:ext>
                  </a:extLst>
                </a:hlinkClick>
              </a:rPr>
              <a:t>	</a:t>
            </a:r>
            <a:endParaRPr/>
          </a:p>
          <a:p>
            <a:pPr indent="-317500" lvl="2" marL="1371600" rtl="0" algn="l">
              <a:lnSpc>
                <a:spcPct val="150000"/>
              </a:lnSpc>
              <a:spcBef>
                <a:spcPts val="0"/>
              </a:spcBef>
              <a:spcAft>
                <a:spcPts val="0"/>
              </a:spcAft>
              <a:buSzPts val="1400"/>
              <a:buChar char="■"/>
            </a:pPr>
            <a:r>
              <a:rPr lang="en"/>
              <a:t>find details for other datasets </a:t>
            </a:r>
            <a:r>
              <a:rPr lang="en" u="sng">
                <a:solidFill>
                  <a:schemeClr val="hlink"/>
                </a:solidFill>
                <a:hlinkClick r:id="rId8"/>
              </a:rPr>
              <a:t>https://www.measurementlab.net/data/</a:t>
            </a:r>
            <a:r>
              <a:rPr lang="en"/>
              <a:t> </a:t>
            </a:r>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Tools &amp; Languages/Frameworks</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BigQuery - SQL</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CoLab - Python, Pandas (e.g., see </a:t>
            </a:r>
            <a:r>
              <a:rPr lang="en" u="sng">
                <a:solidFill>
                  <a:schemeClr val="accent5"/>
                </a:solidFill>
                <a:hlinkClick r:id="rId9">
                  <a:extLst>
                    <a:ext uri="{A12FA001-AC4F-418D-AE19-62706E023703}">
                      <ahyp:hlinkClr val="tx"/>
                    </a:ext>
                  </a:extLst>
                </a:hlinkClick>
              </a:rPr>
              <a:t>IMC 2023</a:t>
            </a:r>
            <a:r>
              <a:rPr lang="en">
                <a:solidFill>
                  <a:schemeClr val="dk1"/>
                </a:solidFill>
              </a:rPr>
              <a:t> examples &amp; </a:t>
            </a:r>
            <a:r>
              <a:rPr lang="en" u="sng">
                <a:solidFill>
                  <a:schemeClr val="accent5"/>
                </a:solidFill>
                <a:hlinkClick r:id="rId10">
                  <a:extLst>
                    <a:ext uri="{A12FA001-AC4F-418D-AE19-62706E023703}">
                      <ahyp:hlinkClr val="tx"/>
                    </a:ext>
                  </a:extLst>
                </a:hlinkClick>
              </a:rPr>
              <a:t>Optima</a:t>
            </a:r>
            <a:r>
              <a:rPr lang="en">
                <a:solidFill>
                  <a:schemeClr val="dk1"/>
                </a:solidFill>
              </a:rPr>
              <a:t> shutdown example)</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5"/>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Introducing two new datasets</a:t>
            </a:r>
            <a:endParaRPr sz="3000"/>
          </a:p>
        </p:txBody>
      </p:sp>
      <p:sp>
        <p:nvSpPr>
          <p:cNvPr id="435" name="Google Shape;435;p75"/>
          <p:cNvSpPr txBox="1"/>
          <p:nvPr>
            <p:ph idx="4294967295" type="body"/>
          </p:nvPr>
        </p:nvSpPr>
        <p:spPr>
          <a:xfrm>
            <a:off x="354775" y="1211450"/>
            <a:ext cx="8477400" cy="3410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n"/>
              <a:t>Monthly stats</a:t>
            </a:r>
            <a:endParaRPr/>
          </a:p>
          <a:p>
            <a:pPr indent="-317500" lvl="1" marL="914400" rtl="0" algn="l">
              <a:lnSpc>
                <a:spcPct val="150000"/>
              </a:lnSpc>
              <a:spcBef>
                <a:spcPts val="0"/>
              </a:spcBef>
              <a:spcAft>
                <a:spcPts val="0"/>
              </a:spcAft>
              <a:buSzPts val="1400"/>
              <a:buChar char="○"/>
            </a:pPr>
            <a:r>
              <a:rPr lang="en"/>
              <a:t>Distribution (percentiles) of </a:t>
            </a:r>
            <a:r>
              <a:rPr b="1" lang="en"/>
              <a:t>Download &amp; Upload throughput</a:t>
            </a:r>
            <a:r>
              <a:rPr lang="en"/>
              <a:t>, </a:t>
            </a:r>
            <a:r>
              <a:rPr b="1" lang="en"/>
              <a:t>latency</a:t>
            </a:r>
            <a:r>
              <a:rPr lang="en"/>
              <a:t>, </a:t>
            </a:r>
            <a:r>
              <a:rPr b="1" lang="en"/>
              <a:t>packet loss rate</a:t>
            </a:r>
            <a:endParaRPr b="1"/>
          </a:p>
          <a:p>
            <a:pPr indent="-317500" lvl="1" marL="914400" rtl="0" algn="l">
              <a:lnSpc>
                <a:spcPct val="150000"/>
              </a:lnSpc>
              <a:spcBef>
                <a:spcPts val="0"/>
              </a:spcBef>
              <a:spcAft>
                <a:spcPts val="0"/>
              </a:spcAft>
              <a:buSzPts val="1400"/>
              <a:buChar char="○"/>
            </a:pPr>
            <a:r>
              <a:rPr lang="en"/>
              <a:t>… per </a:t>
            </a:r>
            <a:r>
              <a:rPr b="1" lang="en"/>
              <a:t>country, state, region, metro</a:t>
            </a:r>
            <a:endParaRPr b="1"/>
          </a:p>
          <a:p>
            <a:pPr indent="-317500" lvl="1" marL="914400" rtl="0" algn="l">
              <a:lnSpc>
                <a:spcPct val="150000"/>
              </a:lnSpc>
              <a:spcBef>
                <a:spcPts val="0"/>
              </a:spcBef>
              <a:spcAft>
                <a:spcPts val="0"/>
              </a:spcAft>
              <a:buSzPts val="1400"/>
              <a:buChar char="○"/>
            </a:pPr>
            <a:r>
              <a:rPr lang="en"/>
              <a:t>… per </a:t>
            </a:r>
            <a:r>
              <a:rPr b="1" lang="en"/>
              <a:t>ASN</a:t>
            </a:r>
            <a:endParaRPr b="1"/>
          </a:p>
          <a:p>
            <a:pPr indent="-317500" lvl="1" marL="914400" rtl="0" algn="l">
              <a:lnSpc>
                <a:spcPct val="150000"/>
              </a:lnSpc>
              <a:spcBef>
                <a:spcPts val="0"/>
              </a:spcBef>
              <a:spcAft>
                <a:spcPts val="0"/>
              </a:spcAft>
              <a:buSzPts val="1400"/>
              <a:buChar char="○"/>
            </a:pPr>
            <a:r>
              <a:rPr lang="en"/>
              <a:t>… per </a:t>
            </a:r>
            <a:r>
              <a:rPr b="1" lang="en"/>
              <a:t>month</a:t>
            </a:r>
            <a:endParaRPr b="1"/>
          </a:p>
          <a:p>
            <a:pPr indent="-342900" lvl="0" marL="457200" rtl="0" algn="l">
              <a:lnSpc>
                <a:spcPct val="150000"/>
              </a:lnSpc>
              <a:spcBef>
                <a:spcPts val="0"/>
              </a:spcBef>
              <a:spcAft>
                <a:spcPts val="0"/>
              </a:spcAft>
              <a:buSzPts val="1800"/>
              <a:buChar char="●"/>
            </a:pPr>
            <a:r>
              <a:rPr lang="en"/>
              <a:t>HERMES </a:t>
            </a:r>
            <a:endParaRPr/>
          </a:p>
          <a:p>
            <a:pPr indent="-317500" lvl="1" marL="914400" rtl="0" algn="l">
              <a:lnSpc>
                <a:spcPct val="150000"/>
              </a:lnSpc>
              <a:spcBef>
                <a:spcPts val="0"/>
              </a:spcBef>
              <a:spcAft>
                <a:spcPts val="0"/>
              </a:spcAft>
              <a:buSzPts val="1400"/>
              <a:buChar char="○"/>
            </a:pPr>
            <a:r>
              <a:rPr b="1" lang="en"/>
              <a:t>Performance</a:t>
            </a:r>
            <a:r>
              <a:rPr lang="en"/>
              <a:t> &amp; </a:t>
            </a:r>
            <a:r>
              <a:rPr b="1" lang="en"/>
              <a:t>congestion detection</a:t>
            </a:r>
            <a:r>
              <a:rPr lang="en"/>
              <a:t> per </a:t>
            </a:r>
            <a:r>
              <a:rPr b="1" lang="en"/>
              <a:t>{ASN, metro}</a:t>
            </a:r>
            <a:endParaRPr b="1"/>
          </a:p>
          <a:p>
            <a:pPr indent="-317500" lvl="1" marL="914400" rtl="0" algn="l">
              <a:lnSpc>
                <a:spcPct val="150000"/>
              </a:lnSpc>
              <a:spcBef>
                <a:spcPts val="0"/>
              </a:spcBef>
              <a:spcAft>
                <a:spcPts val="0"/>
              </a:spcAft>
              <a:buSzPts val="1400"/>
              <a:buChar char="○"/>
            </a:pPr>
            <a:r>
              <a:rPr b="1" lang="en"/>
              <a:t>Annotated traceroutes</a:t>
            </a:r>
            <a:r>
              <a:rPr lang="en"/>
              <a:t> (geo, ASN, IXP, distance, etc. per hop) per NDT measurement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6"/>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Monthly stats dataset</a:t>
            </a:r>
            <a:endParaRPr b="1" sz="3000">
              <a:latin typeface="Nunito"/>
              <a:ea typeface="Nunito"/>
              <a:cs typeface="Nunito"/>
              <a:sym typeface="Nunito"/>
            </a:endParaRPr>
          </a:p>
        </p:txBody>
      </p:sp>
      <p:sp>
        <p:nvSpPr>
          <p:cNvPr id="441" name="Google Shape;441;p76"/>
          <p:cNvSpPr txBox="1"/>
          <p:nvPr>
            <p:ph idx="4294967295" type="body"/>
          </p:nvPr>
        </p:nvSpPr>
        <p:spPr>
          <a:xfrm>
            <a:off x="354775" y="1211450"/>
            <a:ext cx="8238000" cy="824700"/>
          </a:xfrm>
          <a:prstGeom prst="rect">
            <a:avLst/>
          </a:prstGeom>
        </p:spPr>
        <p:txBody>
          <a:bodyPr anchorCtr="0" anchor="t" bIns="91425" lIns="91425" spcFirstLastPara="1" rIns="91425" wrap="square" tIns="91425">
            <a:normAutofit fontScale="85000"/>
          </a:bodyPr>
          <a:lstStyle/>
          <a:p>
            <a:pPr indent="-325755" lvl="0" marL="457200" rtl="0" algn="l">
              <a:lnSpc>
                <a:spcPct val="150000"/>
              </a:lnSpc>
              <a:spcBef>
                <a:spcPts val="0"/>
              </a:spcBef>
              <a:spcAft>
                <a:spcPts val="0"/>
              </a:spcAft>
              <a:buSzPct val="100000"/>
              <a:buChar char="●"/>
            </a:pPr>
            <a:r>
              <a:rPr lang="en"/>
              <a:t>Data portal: </a:t>
            </a:r>
            <a:r>
              <a:rPr lang="en" u="sng">
                <a:solidFill>
                  <a:schemeClr val="hlink"/>
                </a:solidFill>
                <a:hlinkClick r:id="rId3"/>
              </a:rPr>
              <a:t>https://www.measurementlab.net/data/stats/</a:t>
            </a:r>
            <a:r>
              <a:rPr lang="en"/>
              <a:t>  </a:t>
            </a:r>
            <a:endParaRPr/>
          </a:p>
          <a:p>
            <a:pPr indent="-325755" lvl="0" marL="457200" rtl="0" algn="l">
              <a:lnSpc>
                <a:spcPct val="150000"/>
              </a:lnSpc>
              <a:spcBef>
                <a:spcPts val="0"/>
              </a:spcBef>
              <a:spcAft>
                <a:spcPts val="0"/>
              </a:spcAft>
              <a:buSzPct val="100000"/>
              <a:buChar char="●"/>
            </a:pPr>
            <a:r>
              <a:rPr lang="en"/>
              <a:t>Example notebooks: </a:t>
            </a:r>
            <a:r>
              <a:rPr lang="en" u="sng">
                <a:solidFill>
                  <a:schemeClr val="hlink"/>
                </a:solidFill>
                <a:hlinkClick r:id="rId4"/>
              </a:rPr>
              <a:t>https://github.com/m-lab/mlab-notebooks/tree/main/monthlystats</a:t>
            </a:r>
            <a:r>
              <a:rPr lang="en"/>
              <a:t> </a:t>
            </a:r>
            <a:endParaRPr/>
          </a:p>
        </p:txBody>
      </p:sp>
      <p:pic>
        <p:nvPicPr>
          <p:cNvPr id="442" name="Google Shape;442;p76"/>
          <p:cNvPicPr preferRelativeResize="0"/>
          <p:nvPr/>
        </p:nvPicPr>
        <p:blipFill>
          <a:blip r:embed="rId5">
            <a:alphaModFix/>
          </a:blip>
          <a:stretch>
            <a:fillRect/>
          </a:stretch>
        </p:blipFill>
        <p:spPr>
          <a:xfrm>
            <a:off x="152400" y="2188550"/>
            <a:ext cx="7085445" cy="28025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7"/>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HERMES dataset</a:t>
            </a:r>
            <a:endParaRPr b="1" sz="3000">
              <a:latin typeface="Nunito"/>
              <a:ea typeface="Nunito"/>
              <a:cs typeface="Nunito"/>
              <a:sym typeface="Nunito"/>
            </a:endParaRPr>
          </a:p>
        </p:txBody>
      </p:sp>
      <p:sp>
        <p:nvSpPr>
          <p:cNvPr id="448" name="Google Shape;448;p77"/>
          <p:cNvSpPr txBox="1"/>
          <p:nvPr>
            <p:ph idx="4294967295" type="body"/>
          </p:nvPr>
        </p:nvSpPr>
        <p:spPr>
          <a:xfrm>
            <a:off x="354775" y="1211450"/>
            <a:ext cx="8575500" cy="3179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HERMES documentation </a:t>
            </a:r>
            <a:r>
              <a:rPr lang="en" u="sng">
                <a:solidFill>
                  <a:schemeClr val="hlink"/>
                </a:solidFill>
                <a:hlinkClick r:id="rId3"/>
              </a:rPr>
              <a:t>https://www.measurementlab.net/tests/hermes/</a:t>
            </a:r>
            <a:r>
              <a:rPr lang="en"/>
              <a:t>  </a:t>
            </a:r>
            <a:br>
              <a:rPr lang="en"/>
            </a:br>
            <a:r>
              <a:rPr lang="en"/>
              <a:t>(see also links in there)</a:t>
            </a:r>
            <a:endParaRPr/>
          </a:p>
          <a:p>
            <a:pPr indent="-342900" lvl="0" marL="457200" rtl="0" algn="l">
              <a:lnSpc>
                <a:spcPct val="150000"/>
              </a:lnSpc>
              <a:spcBef>
                <a:spcPts val="0"/>
              </a:spcBef>
              <a:spcAft>
                <a:spcPts val="0"/>
              </a:spcAft>
              <a:buSzPts val="1800"/>
              <a:buChar char="●"/>
            </a:pPr>
            <a:r>
              <a:rPr lang="en"/>
              <a:t>Traceroute Enrichment (part of HERMES pipeline) </a:t>
            </a:r>
            <a:r>
              <a:rPr lang="en" u="sng">
                <a:solidFill>
                  <a:schemeClr val="hlink"/>
                </a:solidFill>
                <a:hlinkClick r:id="rId4"/>
              </a:rPr>
              <a:t>https://www.measurementlab.net/tests/hermes/methodology/path-enrichment/</a:t>
            </a:r>
            <a:r>
              <a:rPr lang="en"/>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8"/>
          <p:cNvSpPr txBox="1"/>
          <p:nvPr>
            <p:ph idx="4294967295" type="body"/>
          </p:nvPr>
        </p:nvSpPr>
        <p:spPr>
          <a:xfrm>
            <a:off x="354775" y="1211450"/>
            <a:ext cx="8575500" cy="3179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Dashboard &amp; Insights (using M-Lab’s monthly stats dataset)</a:t>
            </a:r>
            <a:endParaRPr/>
          </a:p>
          <a:p>
            <a:pPr indent="-342900" lvl="0" marL="457200" rtl="0" algn="l">
              <a:lnSpc>
                <a:spcPct val="150000"/>
              </a:lnSpc>
              <a:spcBef>
                <a:spcPts val="0"/>
              </a:spcBef>
              <a:spcAft>
                <a:spcPts val="0"/>
              </a:spcAft>
              <a:buSzPts val="1800"/>
              <a:buChar char="●"/>
            </a:pPr>
            <a:r>
              <a:rPr lang="en"/>
              <a:t>Integrate M-Lab’s monthly stats dataset to Internet Yellow Pages</a:t>
            </a:r>
            <a:endParaRPr/>
          </a:p>
          <a:p>
            <a:pPr indent="-342900" lvl="0" marL="457200" rtl="0" algn="l">
              <a:lnSpc>
                <a:spcPct val="150000"/>
              </a:lnSpc>
              <a:spcBef>
                <a:spcPts val="0"/>
              </a:spcBef>
              <a:spcAft>
                <a:spcPts val="0"/>
              </a:spcAft>
              <a:buSzPts val="1800"/>
              <a:buChar char="●"/>
            </a:pPr>
            <a:r>
              <a:rPr lang="en"/>
              <a:t>M-Lab’s annotated traceroutes dataset</a:t>
            </a:r>
            <a:endParaRPr/>
          </a:p>
          <a:p>
            <a:pPr indent="-342900" lvl="0" marL="457200" rtl="0" algn="l">
              <a:lnSpc>
                <a:spcPct val="150000"/>
              </a:lnSpc>
              <a:spcBef>
                <a:spcPts val="0"/>
              </a:spcBef>
              <a:spcAft>
                <a:spcPts val="0"/>
              </a:spcAft>
              <a:buSzPts val="1800"/>
              <a:buChar char="●"/>
            </a:pPr>
            <a:r>
              <a:rPr lang="en"/>
              <a:t>“CensorScope”: Dashboards for Internet shutdown and throttling detection</a:t>
            </a:r>
            <a:endParaRPr/>
          </a:p>
          <a:p>
            <a:pPr indent="-342900" lvl="0" marL="457200" rtl="0" algn="l">
              <a:lnSpc>
                <a:spcPct val="150000"/>
              </a:lnSpc>
              <a:spcBef>
                <a:spcPts val="0"/>
              </a:spcBef>
              <a:spcAft>
                <a:spcPts val="0"/>
              </a:spcAft>
              <a:buSzPts val="1800"/>
              <a:buChar char="●"/>
            </a:pPr>
            <a:r>
              <a:rPr lang="en"/>
              <a:t>Extending the Internet Quality Barometer (IQB) library with more datasets</a:t>
            </a:r>
            <a:endParaRPr/>
          </a:p>
          <a:p>
            <a:pPr indent="-342900" lvl="0" marL="457200" rtl="0" algn="l">
              <a:lnSpc>
                <a:spcPct val="150000"/>
              </a:lnSpc>
              <a:spcBef>
                <a:spcPts val="0"/>
              </a:spcBef>
              <a:spcAft>
                <a:spcPts val="0"/>
              </a:spcAft>
              <a:buSzPts val="1800"/>
              <a:buChar char="●"/>
            </a:pPr>
            <a:r>
              <a:rPr lang="en"/>
              <a:t>“TCP Showdown”: Comparing MSAK and NDT Measurements</a:t>
            </a:r>
            <a:endParaRPr/>
          </a:p>
        </p:txBody>
      </p:sp>
      <p:sp>
        <p:nvSpPr>
          <p:cNvPr id="454" name="Google Shape;454;p78"/>
          <p:cNvSpPr txBox="1"/>
          <p:nvPr>
            <p:ph idx="4294967295"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en" sz="3000"/>
              <a:t>M-Lab’s project ideas</a:t>
            </a:r>
            <a:endParaRPr b="1" sz="3000">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58" name="Shape 458"/>
        <p:cNvGrpSpPr/>
        <p:nvPr/>
      </p:nvGrpSpPr>
      <p:grpSpPr>
        <a:xfrm>
          <a:off x="0" y="0"/>
          <a:ext cx="0" cy="0"/>
          <a:chOff x="0" y="0"/>
          <a:chExt cx="0" cy="0"/>
        </a:xfrm>
      </p:grpSpPr>
      <p:pic>
        <p:nvPicPr>
          <p:cNvPr id="459" name="Google Shape;459;p79"/>
          <p:cNvPicPr preferRelativeResize="0"/>
          <p:nvPr/>
        </p:nvPicPr>
        <p:blipFill>
          <a:blip r:embed="rId3">
            <a:alphaModFix/>
          </a:blip>
          <a:stretch>
            <a:fillRect/>
          </a:stretch>
        </p:blipFill>
        <p:spPr>
          <a:xfrm>
            <a:off x="2470600" y="1559875"/>
            <a:ext cx="4753075" cy="1726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3" name="Shape 463"/>
        <p:cNvGrpSpPr/>
        <p:nvPr/>
      </p:nvGrpSpPr>
      <p:grpSpPr>
        <a:xfrm>
          <a:off x="0" y="0"/>
          <a:ext cx="0" cy="0"/>
          <a:chOff x="0" y="0"/>
          <a:chExt cx="0" cy="0"/>
        </a:xfrm>
      </p:grpSpPr>
      <p:pic>
        <p:nvPicPr>
          <p:cNvPr id="464" name="Google Shape;464;p80"/>
          <p:cNvPicPr preferRelativeResize="0"/>
          <p:nvPr/>
        </p:nvPicPr>
        <p:blipFill>
          <a:blip r:embed="rId3">
            <a:alphaModFix/>
          </a:blip>
          <a:stretch>
            <a:fillRect/>
          </a:stretch>
        </p:blipFill>
        <p:spPr>
          <a:xfrm>
            <a:off x="1809850" y="1732625"/>
            <a:ext cx="5524299" cy="1678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8" name="Shape 468"/>
        <p:cNvGrpSpPr/>
        <p:nvPr/>
      </p:nvGrpSpPr>
      <p:grpSpPr>
        <a:xfrm>
          <a:off x="0" y="0"/>
          <a:ext cx="0" cy="0"/>
          <a:chOff x="0" y="0"/>
          <a:chExt cx="0" cy="0"/>
        </a:xfrm>
      </p:grpSpPr>
      <p:pic>
        <p:nvPicPr>
          <p:cNvPr id="469" name="Google Shape;469;p81"/>
          <p:cNvPicPr preferRelativeResize="0"/>
          <p:nvPr/>
        </p:nvPicPr>
        <p:blipFill>
          <a:blip r:embed="rId3">
            <a:alphaModFix/>
          </a:blip>
          <a:stretch>
            <a:fillRect/>
          </a:stretch>
        </p:blipFill>
        <p:spPr>
          <a:xfrm>
            <a:off x="2962275" y="1643063"/>
            <a:ext cx="3219450" cy="1857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descr="Diagram&#10;&#10;Description automatically generated" id="474" name="Google Shape;474;p82"/>
          <p:cNvPicPr preferRelativeResize="0"/>
          <p:nvPr/>
        </p:nvPicPr>
        <p:blipFill>
          <a:blip r:embed="rId3">
            <a:alphaModFix/>
          </a:blip>
          <a:stretch>
            <a:fillRect/>
          </a:stretch>
        </p:blipFill>
        <p:spPr>
          <a:xfrm>
            <a:off x="4848225" y="0"/>
            <a:ext cx="4295775" cy="5143500"/>
          </a:xfrm>
          <a:prstGeom prst="rect">
            <a:avLst/>
          </a:prstGeom>
          <a:noFill/>
          <a:ln>
            <a:noFill/>
          </a:ln>
        </p:spPr>
      </p:pic>
      <p:sp>
        <p:nvSpPr>
          <p:cNvPr id="475" name="Google Shape;475;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Internet Yellow Pages</a:t>
            </a:r>
            <a:endParaRPr/>
          </a:p>
        </p:txBody>
      </p:sp>
      <p:sp>
        <p:nvSpPr>
          <p:cNvPr id="476" name="Google Shape;476;p82"/>
          <p:cNvSpPr txBox="1"/>
          <p:nvPr>
            <p:ph idx="1" type="body"/>
          </p:nvPr>
        </p:nvSpPr>
        <p:spPr>
          <a:xfrm>
            <a:off x="311700" y="1152475"/>
            <a:ext cx="49032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dk1"/>
                </a:solidFill>
              </a:rPr>
              <a:t>Knowledge graph for Internet:</a:t>
            </a:r>
            <a:r>
              <a:rPr lang="en">
                <a:solidFill>
                  <a:schemeClr val="dk1"/>
                </a:solidFill>
              </a:rPr>
              <a:t>​</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80+ datasets (PeeringDB, CAIDA, RIPE, APNIC, Cloudflare, OONI, BGPKit, BGP.Tools, IHR,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Available online at:​ </a:t>
            </a:r>
            <a:br>
              <a:rPr lang="en">
                <a:solidFill>
                  <a:schemeClr val="dk1"/>
                </a:solidFill>
              </a:rPr>
            </a:br>
            <a:r>
              <a:rPr lang="en" u="sng">
                <a:solidFill>
                  <a:schemeClr val="hlink"/>
                </a:solidFill>
                <a:hlinkClick r:id="rId4"/>
              </a:rPr>
              <a:t>https://iyp.iijlab.net</a:t>
            </a:r>
            <a:r>
              <a:rPr lang="en">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Or download snapshots at: </a:t>
            </a:r>
            <a:r>
              <a:rPr lang="en" u="sng">
                <a:solidFill>
                  <a:schemeClr val="hlink"/>
                </a:solidFill>
                <a:hlinkClick r:id="rId5"/>
              </a:rPr>
              <a:t>https://ihr-archive.iijlab.net</a:t>
            </a:r>
            <a:r>
              <a:rPr lang="en">
                <a:solidFill>
                  <a:schemeClr val="dk1"/>
                </a:solidFill>
              </a:rPr>
              <a:t> </a:t>
            </a:r>
            <a:endParaRPr>
              <a:solidFill>
                <a:schemeClr val="dk1"/>
              </a:solidFill>
            </a:endParaRPr>
          </a:p>
          <a:p>
            <a:pPr indent="0" lvl="0" marL="0" rtl="0" algn="l">
              <a:spcBef>
                <a:spcPts val="1200"/>
              </a:spcBef>
              <a:spcAft>
                <a:spcPts val="1200"/>
              </a:spcAft>
              <a:buNone/>
            </a:pPr>
            <a:r>
              <a:t/>
            </a:r>
            <a:endParaRPr/>
          </a:p>
        </p:txBody>
      </p:sp>
      <p:pic>
        <p:nvPicPr>
          <p:cNvPr id="477" name="Google Shape;477;p82"/>
          <p:cNvPicPr preferRelativeResize="0"/>
          <p:nvPr/>
        </p:nvPicPr>
        <p:blipFill>
          <a:blip r:embed="rId6">
            <a:alphaModFix/>
          </a:blip>
          <a:stretch>
            <a:fillRect/>
          </a:stretch>
        </p:blipFill>
        <p:spPr>
          <a:xfrm>
            <a:off x="7323550" y="152425"/>
            <a:ext cx="1639000" cy="945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IYP: Benefits</a:t>
            </a:r>
            <a:endParaRPr/>
          </a:p>
        </p:txBody>
      </p:sp>
      <p:sp>
        <p:nvSpPr>
          <p:cNvPr id="483" name="Google Shape;483;p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Great for sneak peek in numerous datasets</a:t>
            </a:r>
            <a:endParaRPr/>
          </a:p>
          <a:p>
            <a:pPr indent="-342900" lvl="0" marL="457200" rtl="0" algn="l">
              <a:spcBef>
                <a:spcPts val="0"/>
              </a:spcBef>
              <a:spcAft>
                <a:spcPts val="0"/>
              </a:spcAft>
              <a:buSzPts val="1800"/>
              <a:buChar char="●"/>
            </a:pPr>
            <a:r>
              <a:rPr lang="en"/>
              <a:t>Cut time to insights</a:t>
            </a:r>
            <a:endParaRPr/>
          </a:p>
          <a:p>
            <a:pPr indent="-342900" lvl="0" marL="457200" rtl="0" algn="l">
              <a:spcBef>
                <a:spcPts val="0"/>
              </a:spcBef>
              <a:spcAft>
                <a:spcPts val="0"/>
              </a:spcAft>
              <a:buSzPts val="1800"/>
              <a:buChar char="●"/>
            </a:pPr>
            <a:r>
              <a:rPr lang="en"/>
              <a:t>Also good for extracting/filtering a dataset</a:t>
            </a:r>
            <a:endParaRPr/>
          </a:p>
          <a:p>
            <a:pPr indent="-342900" lvl="0" marL="457200" rtl="0" algn="l">
              <a:spcBef>
                <a:spcPts val="0"/>
              </a:spcBef>
              <a:spcAft>
                <a:spcPts val="0"/>
              </a:spcAft>
              <a:buSzPts val="1800"/>
              <a:buChar char="●"/>
            </a:pPr>
            <a:r>
              <a:rPr lang="en"/>
              <a:t>List of available datasets:</a:t>
            </a:r>
            <a:br>
              <a:rPr lang="en"/>
            </a:br>
            <a:r>
              <a:rPr lang="en" u="sng">
                <a:solidFill>
                  <a:schemeClr val="hlink"/>
                </a:solidFill>
                <a:hlinkClick r:id="rId3"/>
              </a:rPr>
              <a:t>https://github.com/InternetHealthReport/internet-yellow-pages/blob/main/documentation/data-sources.md</a:t>
            </a:r>
            <a:r>
              <a:rPr lang="en"/>
              <a:t> </a:t>
            </a:r>
            <a:endParaRPr/>
          </a:p>
        </p:txBody>
      </p:sp>
      <p:pic>
        <p:nvPicPr>
          <p:cNvPr id="484" name="Google Shape;484;p83"/>
          <p:cNvPicPr preferRelativeResize="0"/>
          <p:nvPr/>
        </p:nvPicPr>
        <p:blipFill>
          <a:blip r:embed="rId4">
            <a:alphaModFix/>
          </a:blip>
          <a:stretch>
            <a:fillRect/>
          </a:stretch>
        </p:blipFill>
        <p:spPr>
          <a:xfrm>
            <a:off x="7323550" y="152425"/>
            <a:ext cx="1639000" cy="945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Steep learning curve</a:t>
            </a:r>
            <a:endParaRPr/>
          </a:p>
        </p:txBody>
      </p:sp>
      <p:sp>
        <p:nvSpPr>
          <p:cNvPr id="490" name="Google Shape;490;p84"/>
          <p:cNvSpPr txBox="1"/>
          <p:nvPr>
            <p:ph idx="1" type="body"/>
          </p:nvPr>
        </p:nvSpPr>
        <p:spPr>
          <a:xfrm>
            <a:off x="311700" y="1152475"/>
            <a:ext cx="8520600" cy="393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Take a look at Cypher examples:</a:t>
            </a:r>
            <a:endParaRPr/>
          </a:p>
          <a:p>
            <a:pPr indent="-342900" lvl="0" marL="457200" rtl="0" algn="l">
              <a:spcBef>
                <a:spcPts val="1200"/>
              </a:spcBef>
              <a:spcAft>
                <a:spcPts val="0"/>
              </a:spcAft>
              <a:buSzPts val="1800"/>
              <a:buChar char="●"/>
            </a:pPr>
            <a:r>
              <a:rPr lang="en"/>
              <a:t>IYP Tutorial: </a:t>
            </a:r>
            <a:r>
              <a:rPr lang="en" u="sng">
                <a:solidFill>
                  <a:schemeClr val="hlink"/>
                </a:solidFill>
                <a:hlinkClick r:id="rId3"/>
              </a:rPr>
              <a:t>https://tutorial.iyp.ihr.live/</a:t>
            </a:r>
            <a:r>
              <a:rPr lang="en"/>
              <a:t>  </a:t>
            </a:r>
            <a:endParaRPr/>
          </a:p>
          <a:p>
            <a:pPr indent="-317500" lvl="1" marL="914400" rtl="0" algn="l">
              <a:spcBef>
                <a:spcPts val="0"/>
              </a:spcBef>
              <a:spcAft>
                <a:spcPts val="0"/>
              </a:spcAft>
              <a:buSzPts val="1400"/>
              <a:buChar char="○"/>
            </a:pPr>
            <a:r>
              <a:rPr lang="en"/>
              <a:t>Especially the part on how to query from your code</a:t>
            </a:r>
            <a:endParaRPr/>
          </a:p>
          <a:p>
            <a:pPr indent="-342900" lvl="0" marL="457200" rtl="0" algn="l">
              <a:spcBef>
                <a:spcPts val="0"/>
              </a:spcBef>
              <a:spcAft>
                <a:spcPts val="0"/>
              </a:spcAft>
              <a:buSzPts val="1800"/>
              <a:buChar char="●"/>
            </a:pPr>
            <a:r>
              <a:rPr lang="en"/>
              <a:t>IYP Gallery: </a:t>
            </a:r>
            <a:r>
              <a:rPr lang="en" u="sng">
                <a:solidFill>
                  <a:schemeClr val="hlink"/>
                </a:solidFill>
                <a:hlinkClick r:id="rId4"/>
              </a:rPr>
              <a:t>https://github.com/InternetHealthReport/internet-yellow-pages/blob/main/documentation/gallery.md</a:t>
            </a:r>
            <a:r>
              <a:rPr lang="en"/>
              <a:t> </a:t>
            </a:r>
            <a:endParaRPr/>
          </a:p>
          <a:p>
            <a:pPr indent="-342900" lvl="0" marL="457200" rtl="0" algn="l">
              <a:spcBef>
                <a:spcPts val="0"/>
              </a:spcBef>
              <a:spcAft>
                <a:spcPts val="0"/>
              </a:spcAft>
              <a:buSzPts val="1800"/>
              <a:buChar char="●"/>
            </a:pPr>
            <a:r>
              <a:rPr lang="en"/>
              <a:t>IYP Notebooks: </a:t>
            </a:r>
            <a:r>
              <a:rPr lang="en" u="sng">
                <a:solidFill>
                  <a:schemeClr val="hlink"/>
                </a:solidFill>
                <a:hlinkClick r:id="rId5"/>
              </a:rPr>
              <a:t>https://github.com/InternetHealthReport/iyp-notebooks</a:t>
            </a:r>
            <a:r>
              <a:rPr lang="en"/>
              <a:t> </a:t>
            </a:r>
            <a:endParaRPr/>
          </a:p>
          <a:p>
            <a:pPr indent="-342900" lvl="0" marL="457200" rtl="0" algn="l">
              <a:spcBef>
                <a:spcPts val="0"/>
              </a:spcBef>
              <a:spcAft>
                <a:spcPts val="0"/>
              </a:spcAft>
              <a:buSzPts val="1800"/>
              <a:buChar char="●"/>
            </a:pPr>
            <a:r>
              <a:rPr lang="en"/>
              <a:t>IYP MCP server: </a:t>
            </a:r>
            <a:r>
              <a:rPr lang="en" u="sng">
                <a:solidFill>
                  <a:schemeClr val="hlink"/>
                </a:solidFill>
                <a:hlinkClick r:id="rId6"/>
              </a:rPr>
              <a:t>https://mcp.iyp.ihr.live/mcp</a:t>
            </a:r>
            <a:r>
              <a:rPr lang="en"/>
              <a:t> </a:t>
            </a:r>
            <a:endParaRPr/>
          </a:p>
          <a:p>
            <a:pPr indent="-342900" lvl="0" marL="457200" rtl="0" algn="l">
              <a:spcBef>
                <a:spcPts val="0"/>
              </a:spcBef>
              <a:spcAft>
                <a:spcPts val="0"/>
              </a:spcAft>
              <a:buSzPts val="1800"/>
              <a:buChar char="●"/>
            </a:pPr>
            <a:r>
              <a:rPr lang="en"/>
              <a:t>Ask me for help!</a:t>
            </a:r>
            <a:endParaRPr/>
          </a:p>
        </p:txBody>
      </p:sp>
      <p:pic>
        <p:nvPicPr>
          <p:cNvPr id="491" name="Google Shape;491;p84"/>
          <p:cNvPicPr preferRelativeResize="0"/>
          <p:nvPr/>
        </p:nvPicPr>
        <p:blipFill>
          <a:blip r:embed="rId7">
            <a:alphaModFix/>
          </a:blip>
          <a:stretch>
            <a:fillRect/>
          </a:stretch>
        </p:blipFill>
        <p:spPr>
          <a:xfrm>
            <a:off x="7323550" y="152425"/>
            <a:ext cx="1639000" cy="945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Ideas</a:t>
            </a:r>
            <a:endParaRPr/>
          </a:p>
        </p:txBody>
      </p:sp>
      <p:sp>
        <p:nvSpPr>
          <p:cNvPr id="497" name="Google Shape;497;p8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lang="en" sz="1400">
                <a:solidFill>
                  <a:srgbClr val="666666"/>
                </a:solidFill>
              </a:rPr>
              <a:t>[IIJ - Project 1] </a:t>
            </a:r>
            <a:r>
              <a:rPr b="1" lang="en" sz="1400">
                <a:solidFill>
                  <a:srgbClr val="666666"/>
                </a:solidFill>
              </a:rPr>
              <a:t>Ukraine IPv4 prefixes exodus </a:t>
            </a:r>
            <a:r>
              <a:rPr lang="en" sz="1400">
                <a:solidFill>
                  <a:srgbClr val="666666"/>
                </a:solidFill>
              </a:rPr>
              <a:t> </a:t>
            </a:r>
            <a:endParaRPr sz="1400">
              <a:solidFill>
                <a:srgbClr val="666666"/>
              </a:solidFill>
            </a:endParaRPr>
          </a:p>
          <a:p>
            <a:pPr indent="0" lvl="0" marL="0" rtl="0" algn="l">
              <a:spcBef>
                <a:spcPts val="400"/>
              </a:spcBef>
              <a:spcAft>
                <a:spcPts val="0"/>
              </a:spcAft>
              <a:buNone/>
            </a:pPr>
            <a:r>
              <a:t/>
            </a:r>
            <a:endParaRPr sz="1300">
              <a:solidFill>
                <a:schemeClr val="dk1"/>
              </a:solidFill>
            </a:endParaRPr>
          </a:p>
          <a:p>
            <a:pPr indent="0" lvl="0" marL="0" rtl="0" algn="l">
              <a:spcBef>
                <a:spcPts val="1400"/>
              </a:spcBef>
              <a:spcAft>
                <a:spcPts val="0"/>
              </a:spcAft>
              <a:buNone/>
            </a:pPr>
            <a:r>
              <a:rPr lang="en" sz="1400">
                <a:solidFill>
                  <a:srgbClr val="666666"/>
                </a:solidFill>
              </a:rPr>
              <a:t>[IIJ - Project 2] </a:t>
            </a:r>
            <a:r>
              <a:rPr b="1" lang="en" sz="1400">
                <a:solidFill>
                  <a:srgbClr val="666666"/>
                </a:solidFill>
              </a:rPr>
              <a:t>Starlink entering transit market</a:t>
            </a:r>
            <a:r>
              <a:rPr lang="en" sz="1400">
                <a:solidFill>
                  <a:srgbClr val="666666"/>
                </a:solidFill>
              </a:rPr>
              <a:t> </a:t>
            </a:r>
            <a:endParaRPr sz="1400">
              <a:solidFill>
                <a:srgbClr val="666666"/>
              </a:solidFill>
            </a:endParaRPr>
          </a:p>
          <a:p>
            <a:pPr indent="0" lvl="0" marL="0" rtl="0" algn="l">
              <a:spcBef>
                <a:spcPts val="400"/>
              </a:spcBef>
              <a:spcAft>
                <a:spcPts val="0"/>
              </a:spcAft>
              <a:buNone/>
            </a:pPr>
            <a:r>
              <a:t/>
            </a:r>
            <a:endParaRPr sz="1300">
              <a:solidFill>
                <a:schemeClr val="dk1"/>
              </a:solidFill>
            </a:endParaRPr>
          </a:p>
          <a:p>
            <a:pPr indent="0" lvl="0" marL="0" rtl="0" algn="l">
              <a:spcBef>
                <a:spcPts val="1400"/>
              </a:spcBef>
              <a:spcAft>
                <a:spcPts val="0"/>
              </a:spcAft>
              <a:buNone/>
            </a:pPr>
            <a:r>
              <a:rPr lang="en" sz="1400">
                <a:solidFill>
                  <a:srgbClr val="666666"/>
                </a:solidFill>
              </a:rPr>
              <a:t>[IIJ - Project 3] </a:t>
            </a:r>
            <a:r>
              <a:rPr b="1" lang="en" sz="1400">
                <a:solidFill>
                  <a:srgbClr val="666666"/>
                </a:solidFill>
              </a:rPr>
              <a:t>China rolls out ROA</a:t>
            </a:r>
            <a:endParaRPr sz="1400">
              <a:solidFill>
                <a:srgbClr val="666666"/>
              </a:solidFill>
            </a:endParaRPr>
          </a:p>
          <a:p>
            <a:pPr indent="0" lvl="0" marL="0" rtl="0" algn="l">
              <a:spcBef>
                <a:spcPts val="400"/>
              </a:spcBef>
              <a:spcAft>
                <a:spcPts val="0"/>
              </a:spcAft>
              <a:buNone/>
            </a:pPr>
            <a:r>
              <a:t/>
            </a:r>
            <a:endParaRPr sz="1300">
              <a:solidFill>
                <a:schemeClr val="dk1"/>
              </a:solidFill>
            </a:endParaRPr>
          </a:p>
          <a:p>
            <a:pPr indent="0" lvl="0" marL="0" rtl="0" algn="l">
              <a:spcBef>
                <a:spcPts val="1400"/>
              </a:spcBef>
              <a:spcAft>
                <a:spcPts val="0"/>
              </a:spcAft>
              <a:buNone/>
            </a:pPr>
            <a:r>
              <a:rPr lang="en" sz="1400">
                <a:solidFill>
                  <a:srgbClr val="666666"/>
                </a:solidFill>
              </a:rPr>
              <a:t>[IIJ - Project 4] </a:t>
            </a:r>
            <a:r>
              <a:rPr b="1" lang="en" sz="1400">
                <a:solidFill>
                  <a:srgbClr val="666666"/>
                </a:solidFill>
              </a:rPr>
              <a:t>Reproducing an IMC paper with IYP</a:t>
            </a:r>
            <a:endParaRPr sz="1400">
              <a:solidFill>
                <a:srgbClr val="666666"/>
              </a:solidFill>
            </a:endParaRPr>
          </a:p>
          <a:p>
            <a:pPr indent="0" lvl="0" marL="0" rtl="0" algn="l">
              <a:spcBef>
                <a:spcPts val="400"/>
              </a:spcBef>
              <a:spcAft>
                <a:spcPts val="0"/>
              </a:spcAft>
              <a:buNone/>
            </a:pPr>
            <a:r>
              <a:t/>
            </a:r>
            <a:endParaRPr sz="1300">
              <a:solidFill>
                <a:schemeClr val="dk1"/>
              </a:solidFill>
            </a:endParaRPr>
          </a:p>
          <a:p>
            <a:pPr indent="0" lvl="0" marL="0" rtl="0" algn="l">
              <a:spcBef>
                <a:spcPts val="1400"/>
              </a:spcBef>
              <a:spcAft>
                <a:spcPts val="400"/>
              </a:spcAft>
              <a:buClr>
                <a:schemeClr val="dk1"/>
              </a:buClr>
              <a:buSzPts val="1100"/>
              <a:buFont typeface="Arial"/>
              <a:buNone/>
            </a:pPr>
            <a:r>
              <a:rPr lang="en" sz="1400">
                <a:solidFill>
                  <a:srgbClr val="666666"/>
                </a:solidFill>
              </a:rPr>
              <a:t>[IIJ - Project 5] </a:t>
            </a:r>
            <a:r>
              <a:rPr b="1" lang="en" sz="1400">
                <a:solidFill>
                  <a:srgbClr val="666666"/>
                </a:solidFill>
              </a:rPr>
              <a:t>Augmenting your favorite dataset by integrating it to IYP</a:t>
            </a:r>
            <a:endParaRPr b="1" sz="1300">
              <a:solidFill>
                <a:schemeClr val="dk1"/>
              </a:solidFill>
            </a:endParaRPr>
          </a:p>
        </p:txBody>
      </p:sp>
      <p:pic>
        <p:nvPicPr>
          <p:cNvPr id="498" name="Google Shape;498;p85"/>
          <p:cNvPicPr preferRelativeResize="0"/>
          <p:nvPr/>
        </p:nvPicPr>
        <p:blipFill>
          <a:blip r:embed="rId3">
            <a:alphaModFix/>
          </a:blip>
          <a:stretch>
            <a:fillRect/>
          </a:stretch>
        </p:blipFill>
        <p:spPr>
          <a:xfrm>
            <a:off x="7323550" y="152425"/>
            <a:ext cx="1639000" cy="945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03" name="Shape 503"/>
        <p:cNvGrpSpPr/>
        <p:nvPr/>
      </p:nvGrpSpPr>
      <p:grpSpPr>
        <a:xfrm>
          <a:off x="0" y="0"/>
          <a:ext cx="0" cy="0"/>
          <a:chOff x="0" y="0"/>
          <a:chExt cx="0" cy="0"/>
        </a:xfrm>
      </p:grpSpPr>
      <p:pic>
        <p:nvPicPr>
          <p:cNvPr id="504" name="Google Shape;504;p86"/>
          <p:cNvPicPr preferRelativeResize="0"/>
          <p:nvPr/>
        </p:nvPicPr>
        <p:blipFill>
          <a:blip r:embed="rId3">
            <a:alphaModFix/>
          </a:blip>
          <a:stretch>
            <a:fillRect/>
          </a:stretch>
        </p:blipFill>
        <p:spPr>
          <a:xfrm>
            <a:off x="2181150" y="1796350"/>
            <a:ext cx="4781700" cy="1550800"/>
          </a:xfrm>
          <a:prstGeom prst="rect">
            <a:avLst/>
          </a:prstGeom>
          <a:noFill/>
          <a:ln>
            <a:noFill/>
          </a:ln>
        </p:spPr>
      </p:pic>
      <p:pic>
        <p:nvPicPr>
          <p:cNvPr id="505" name="Google Shape;505;p86"/>
          <p:cNvPicPr preferRelativeResize="0"/>
          <p:nvPr/>
        </p:nvPicPr>
        <p:blipFill>
          <a:blip r:embed="rId4">
            <a:alphaModFix/>
          </a:blip>
          <a:stretch>
            <a:fillRect/>
          </a:stretch>
        </p:blipFill>
        <p:spPr>
          <a:xfrm>
            <a:off x="2478811" y="3631575"/>
            <a:ext cx="4186375" cy="80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09" name="Shape 509"/>
        <p:cNvGrpSpPr/>
        <p:nvPr/>
      </p:nvGrpSpPr>
      <p:grpSpPr>
        <a:xfrm>
          <a:off x="0" y="0"/>
          <a:ext cx="0" cy="0"/>
          <a:chOff x="0" y="0"/>
          <a:chExt cx="0" cy="0"/>
        </a:xfrm>
      </p:grpSpPr>
      <p:pic>
        <p:nvPicPr>
          <p:cNvPr id="510" name="Google Shape;510;p87"/>
          <p:cNvPicPr preferRelativeResize="0"/>
          <p:nvPr/>
        </p:nvPicPr>
        <p:blipFill>
          <a:blip r:embed="rId3">
            <a:alphaModFix/>
          </a:blip>
          <a:stretch>
            <a:fillRect/>
          </a:stretch>
        </p:blipFill>
        <p:spPr>
          <a:xfrm>
            <a:off x="2459638" y="1860140"/>
            <a:ext cx="4224725" cy="1423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Cloudflare Radar</a:t>
            </a:r>
            <a:endParaRPr/>
          </a:p>
        </p:txBody>
      </p:sp>
      <p:sp>
        <p:nvSpPr>
          <p:cNvPr id="516" name="Google Shape;516;p8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rPr>
              <a:t>Cloudflare Radar is a hub that showcases global Internet traffic, attack, and technology trends and insights. Cloudflare Radar is powered by data from Cloudflare's global network, as well as aggregated and anonymized data from Cloudflare's 1.1.1.1 public DNS Resolver.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In some cases Cloudflare Radar uses data from </a:t>
            </a:r>
            <a:r>
              <a:rPr lang="en" sz="1600" u="sng">
                <a:solidFill>
                  <a:srgbClr val="1155CC"/>
                </a:solidFill>
                <a:hlinkClick r:id="rId3">
                  <a:extLst>
                    <a:ext uri="{A12FA001-AC4F-418D-AE19-62706E023703}">
                      <ahyp:hlinkClr val="tx"/>
                    </a:ext>
                  </a:extLst>
                </a:hlinkClick>
              </a:rPr>
              <a:t>PeeringDB</a:t>
            </a:r>
            <a:r>
              <a:rPr lang="en" sz="1600">
                <a:solidFill>
                  <a:schemeClr val="dk1"/>
                </a:solidFill>
              </a:rPr>
              <a:t> (interconnection meta-information) and </a:t>
            </a:r>
            <a:r>
              <a:rPr lang="en" sz="1600" u="sng">
                <a:solidFill>
                  <a:srgbClr val="1155CC"/>
                </a:solidFill>
                <a:hlinkClick r:id="rId4">
                  <a:extLst>
                    <a:ext uri="{A12FA001-AC4F-418D-AE19-62706E023703}">
                      <ahyp:hlinkClr val="tx"/>
                    </a:ext>
                  </a:extLst>
                </a:hlinkClick>
              </a:rPr>
              <a:t>APNIC</a:t>
            </a:r>
            <a:r>
              <a:rPr lang="en" sz="1600">
                <a:solidFill>
                  <a:schemeClr val="dk1"/>
                </a:solidFill>
              </a:rPr>
              <a:t> (visible ASNs customer population measurements).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With Radar, you can access trends and insights, like the adoption of new technologies, browsers or operating systems. Radar also keeps up to date with relevant events around the world to provide information on Internet activity patterns.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u="sng">
                <a:solidFill>
                  <a:srgbClr val="1155CC"/>
                </a:solidFill>
                <a:hlinkClick r:id="rId5">
                  <a:extLst>
                    <a:ext uri="{A12FA001-AC4F-418D-AE19-62706E023703}">
                      <ahyp:hlinkClr val="tx"/>
                    </a:ext>
                  </a:extLst>
                </a:hlinkClick>
              </a:rPr>
              <a:t>https://radar.cloudflare.com/</a:t>
            </a:r>
            <a:r>
              <a:rPr lang="en" sz="1600">
                <a:solidFill>
                  <a:schemeClr val="dk1"/>
                </a:solidFill>
              </a:rPr>
              <a:t> is built on top of the </a:t>
            </a:r>
            <a:r>
              <a:rPr b="1" lang="en" sz="1600">
                <a:solidFill>
                  <a:schemeClr val="dk1"/>
                </a:solidFill>
              </a:rPr>
              <a:t>Radar API</a:t>
            </a:r>
            <a:r>
              <a:rPr lang="en" sz="1600">
                <a:solidFill>
                  <a:schemeClr val="dk1"/>
                </a:solidFill>
              </a:rPr>
              <a:t> (</a:t>
            </a:r>
            <a:r>
              <a:rPr lang="en" sz="1600" u="sng">
                <a:solidFill>
                  <a:srgbClr val="1155CC"/>
                </a:solidFill>
                <a:hlinkClick r:id="rId6">
                  <a:extLst>
                    <a:ext uri="{A12FA001-AC4F-418D-AE19-62706E023703}">
                      <ahyp:hlinkClr val="tx"/>
                    </a:ext>
                  </a:extLst>
                </a:hlinkClick>
              </a:rPr>
              <a:t>specification</a:t>
            </a:r>
            <a:r>
              <a:rPr lang="en" sz="1600">
                <a:solidFill>
                  <a:schemeClr val="dk1"/>
                </a:solidFill>
              </a:rPr>
              <a:t>, </a:t>
            </a:r>
            <a:r>
              <a:rPr lang="en" sz="1600" u="sng">
                <a:solidFill>
                  <a:srgbClr val="1155CC"/>
                </a:solidFill>
                <a:hlinkClick r:id="rId7">
                  <a:extLst>
                    <a:ext uri="{A12FA001-AC4F-418D-AE19-62706E023703}">
                      <ahyp:hlinkClr val="tx"/>
                    </a:ext>
                  </a:extLst>
                </a:hlinkClick>
              </a:rPr>
              <a:t>documentation</a:t>
            </a:r>
            <a:r>
              <a:rPr lang="en" sz="1600">
                <a:solidFill>
                  <a:schemeClr val="dk1"/>
                </a:solidFill>
              </a:rPr>
              <a:t>).</a:t>
            </a:r>
            <a:endParaRPr sz="1600">
              <a:solidFill>
                <a:schemeClr val="dk1"/>
              </a:solidFill>
            </a:endParaRPr>
          </a:p>
          <a:p>
            <a:pPr indent="0" lvl="0" marL="0" rtl="0" algn="l">
              <a:spcBef>
                <a:spcPts val="0"/>
              </a:spcBef>
              <a:spcAft>
                <a:spcPts val="1200"/>
              </a:spcAft>
              <a:buNone/>
            </a:pPr>
            <a:r>
              <a:t/>
            </a:r>
            <a:endParaRPr sz="1600"/>
          </a:p>
        </p:txBody>
      </p:sp>
      <p:pic>
        <p:nvPicPr>
          <p:cNvPr id="517" name="Google Shape;517;p88"/>
          <p:cNvPicPr preferRelativeResize="0"/>
          <p:nvPr/>
        </p:nvPicPr>
        <p:blipFill>
          <a:blip r:embed="rId8">
            <a:alphaModFix/>
          </a:blip>
          <a:stretch>
            <a:fillRect/>
          </a:stretch>
        </p:blipFill>
        <p:spPr>
          <a:xfrm>
            <a:off x="6211875" y="112858"/>
            <a:ext cx="2686050" cy="9048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speed.cloudflare.com</a:t>
            </a:r>
            <a:endParaRPr/>
          </a:p>
        </p:txBody>
      </p:sp>
      <p:sp>
        <p:nvSpPr>
          <p:cNvPr id="523" name="Google Shape;523;p8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Cloudflare provides a speed test at </a:t>
            </a:r>
            <a:r>
              <a:rPr lang="en" sz="1600" u="sng">
                <a:solidFill>
                  <a:schemeClr val="hlink"/>
                </a:solidFill>
                <a:hlinkClick r:id="rId3"/>
              </a:rPr>
              <a:t>speed.cloudflare.com</a:t>
            </a:r>
            <a:r>
              <a:rPr lang="en" sz="1600">
                <a:solidFill>
                  <a:schemeClr val="dk1"/>
                </a:solidFill>
              </a:rPr>
              <a:t>, which is powered by an open </a:t>
            </a:r>
            <a:r>
              <a:rPr lang="en" sz="1600" u="sng">
                <a:solidFill>
                  <a:schemeClr val="hlink"/>
                </a:solidFill>
                <a:hlinkClick r:id="rId4"/>
              </a:rPr>
              <a:t>Javascript library</a:t>
            </a:r>
            <a:r>
              <a:rPr lang="en" sz="1600">
                <a:solidFill>
                  <a:schemeClr val="dk1"/>
                </a:solidFill>
              </a:rPr>
              <a:t>. It receives about ~200k tests per day, on average. </a:t>
            </a:r>
            <a:endParaRPr sz="1600">
              <a:solidFill>
                <a:schemeClr val="dk1"/>
              </a:solidFill>
            </a:endParaRPr>
          </a:p>
          <a:p>
            <a:pPr indent="0" lvl="0" marL="0" rtl="0" algn="l">
              <a:spcBef>
                <a:spcPts val="1200"/>
              </a:spcBef>
              <a:spcAft>
                <a:spcPts val="0"/>
              </a:spcAft>
              <a:buNone/>
            </a:pPr>
            <a:r>
              <a:rPr lang="en" sz="1600">
                <a:solidFill>
                  <a:schemeClr val="dk1"/>
                </a:solidFill>
              </a:rPr>
              <a:t>You can view the results of these tests in aggregate through Radar on the Internet Quality page. </a:t>
            </a:r>
            <a:endParaRPr sz="1600">
              <a:solidFill>
                <a:schemeClr val="dk1"/>
              </a:solidFill>
            </a:endParaRPr>
          </a:p>
          <a:p>
            <a:pPr indent="0" lvl="0" marL="0" rtl="0" algn="l">
              <a:spcBef>
                <a:spcPts val="1200"/>
              </a:spcBef>
              <a:spcAft>
                <a:spcPts val="0"/>
              </a:spcAft>
              <a:buNone/>
            </a:pPr>
            <a:r>
              <a:rPr lang="en" sz="1600">
                <a:solidFill>
                  <a:schemeClr val="dk1"/>
                </a:solidFill>
              </a:rPr>
              <a:t>The raw results are available through the Radar API </a:t>
            </a:r>
            <a:r>
              <a:rPr i="1" lang="en" sz="1600">
                <a:solidFill>
                  <a:schemeClr val="dk1"/>
                </a:solidFill>
              </a:rPr>
              <a:t>and</a:t>
            </a:r>
            <a:r>
              <a:rPr lang="en" sz="1600">
                <a:solidFill>
                  <a:schemeClr val="dk1"/>
                </a:solidFill>
              </a:rPr>
              <a:t> M-Lab’s Public Dataset in BigQuery. </a:t>
            </a:r>
            <a:endParaRPr sz="1600">
              <a:solidFill>
                <a:schemeClr val="dk1"/>
              </a:solidFill>
            </a:endParaRPr>
          </a:p>
          <a:p>
            <a:pPr indent="0" lvl="0" marL="0" rtl="0" algn="l">
              <a:spcBef>
                <a:spcPts val="1200"/>
              </a:spcBef>
              <a:spcAft>
                <a:spcPts val="1200"/>
              </a:spcAft>
              <a:buNone/>
            </a:pPr>
            <a:r>
              <a:rPr lang="en" sz="1600">
                <a:solidFill>
                  <a:schemeClr val="dk1"/>
                </a:solidFill>
              </a:rPr>
              <a:t>More info about how Cloudflare’s speed test works: [</a:t>
            </a:r>
            <a:r>
              <a:rPr lang="en" sz="1600" u="sng">
                <a:solidFill>
                  <a:schemeClr val="hlink"/>
                </a:solidFill>
                <a:hlinkClick r:id="rId5"/>
              </a:rPr>
              <a:t>blog post</a:t>
            </a:r>
            <a:r>
              <a:rPr lang="en" sz="1600">
                <a:solidFill>
                  <a:schemeClr val="dk1"/>
                </a:solidFill>
              </a:rPr>
              <a:t>] </a:t>
            </a:r>
            <a:endParaRPr sz="1600">
              <a:solidFill>
                <a:schemeClr val="dk1"/>
              </a:solidFill>
            </a:endParaRPr>
          </a:p>
        </p:txBody>
      </p:sp>
      <p:pic>
        <p:nvPicPr>
          <p:cNvPr id="524" name="Google Shape;524;p89"/>
          <p:cNvPicPr preferRelativeResize="0"/>
          <p:nvPr/>
        </p:nvPicPr>
        <p:blipFill>
          <a:blip r:embed="rId6">
            <a:alphaModFix/>
          </a:blip>
          <a:stretch>
            <a:fillRect/>
          </a:stretch>
        </p:blipFill>
        <p:spPr>
          <a:xfrm>
            <a:off x="6211875" y="112858"/>
            <a:ext cx="2686050" cy="904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chemeClr val="dk1"/>
                </a:solidFill>
              </a:rPr>
              <a:t>The Radar Data Explorer (</a:t>
            </a:r>
            <a:r>
              <a:rPr lang="en" sz="1500" u="sng">
                <a:solidFill>
                  <a:srgbClr val="1155CC"/>
                </a:solidFill>
                <a:hlinkClick r:id="rId3">
                  <a:extLst>
                    <a:ext uri="{A12FA001-AC4F-418D-AE19-62706E023703}">
                      <ahyp:hlinkClr val="tx"/>
                    </a:ext>
                  </a:extLst>
                </a:hlinkClick>
              </a:rPr>
              <a:t>https://radar.cloudflare.com/explorer</a:t>
            </a:r>
            <a:r>
              <a:rPr lang="en" sz="1500">
                <a:solidFill>
                  <a:schemeClr val="dk1"/>
                </a:solidFill>
              </a:rPr>
              <a:t>) is a web-based interface designed to simplify the process of building, and viewing the results of, more complex API queries. </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rPr b="1" lang="en" sz="1500">
                <a:solidFill>
                  <a:schemeClr val="dk1"/>
                </a:solidFill>
              </a:rPr>
              <a:t>It also provides example API calls and responses for the queries built using the interface.</a:t>
            </a:r>
            <a:r>
              <a:rPr lang="en" sz="1500">
                <a:solidFill>
                  <a:schemeClr val="dk1"/>
                </a:solidFill>
              </a:rPr>
              <a:t> </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More information is available at </a:t>
            </a:r>
            <a:r>
              <a:rPr lang="en" sz="1500" u="sng">
                <a:solidFill>
                  <a:srgbClr val="1155CC"/>
                </a:solidFill>
                <a:hlinkClick r:id="rId4">
                  <a:extLst>
                    <a:ext uri="{A12FA001-AC4F-418D-AE19-62706E023703}">
                      <ahyp:hlinkClr val="tx"/>
                    </a:ext>
                  </a:extLst>
                </a:hlinkClick>
              </a:rPr>
              <a:t>https://blog.cloudflare.com/radar-data-explorer-ai-assistant/#building-a-query-directly</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A free Cloudflare account is required to generate an API token that is needed to make API queries. If you do not currently have a Cloudflare account, or have not yet generated the necessary token, please follow these steps…</a:t>
            </a:r>
            <a:endParaRPr sz="1500">
              <a:solidFill>
                <a:schemeClr val="dk1"/>
              </a:solidFill>
            </a:endParaRPr>
          </a:p>
          <a:p>
            <a:pPr indent="0" lvl="0" marL="0" rtl="0" algn="l">
              <a:spcBef>
                <a:spcPts val="0"/>
              </a:spcBef>
              <a:spcAft>
                <a:spcPts val="1200"/>
              </a:spcAft>
              <a:buNone/>
            </a:pPr>
            <a:r>
              <a:t/>
            </a:r>
            <a:endParaRPr/>
          </a:p>
        </p:txBody>
      </p:sp>
      <p:pic>
        <p:nvPicPr>
          <p:cNvPr id="530" name="Google Shape;530;p90"/>
          <p:cNvPicPr preferRelativeResize="0"/>
          <p:nvPr/>
        </p:nvPicPr>
        <p:blipFill>
          <a:blip r:embed="rId5">
            <a:alphaModFix/>
          </a:blip>
          <a:stretch>
            <a:fillRect/>
          </a:stretch>
        </p:blipFill>
        <p:spPr>
          <a:xfrm>
            <a:off x="6211875" y="112858"/>
            <a:ext cx="2686050" cy="904875"/>
          </a:xfrm>
          <a:prstGeom prst="rect">
            <a:avLst/>
          </a:prstGeom>
          <a:noFill/>
          <a:ln>
            <a:noFill/>
          </a:ln>
        </p:spPr>
      </p:pic>
      <p:sp>
        <p:nvSpPr>
          <p:cNvPr id="531" name="Google Shape;531;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Radar Data Explorer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Go to </a:t>
            </a:r>
            <a:r>
              <a:rPr lang="en" sz="1600" u="sng">
                <a:solidFill>
                  <a:srgbClr val="1155CC"/>
                </a:solidFill>
                <a:hlinkClick r:id="rId3">
                  <a:extLst>
                    <a:ext uri="{A12FA001-AC4F-418D-AE19-62706E023703}">
                      <ahyp:hlinkClr val="tx"/>
                    </a:ext>
                  </a:extLst>
                </a:hlinkClick>
              </a:rPr>
              <a:t>https://dash.cloudflare.com/sign-up</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If you want to login with your Google/Apple/Github account, click the appropriate link.</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Otherwise, enter your email address and a password in the appropriate fields, check the box to verify that you are a human, and click “Sign up”.</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Click the link in the “[Action required] Verify your email address” email sent to the address associated with the account.</a:t>
            </a:r>
            <a:endParaRPr sz="1600">
              <a:solidFill>
                <a:schemeClr val="dk1"/>
              </a:solidFill>
            </a:endParaRPr>
          </a:p>
          <a:p>
            <a:pPr indent="0" lvl="0" marL="0" rtl="0" algn="l">
              <a:spcBef>
                <a:spcPts val="0"/>
              </a:spcBef>
              <a:spcAft>
                <a:spcPts val="1200"/>
              </a:spcAft>
              <a:buNone/>
            </a:pPr>
            <a:r>
              <a:t/>
            </a:r>
            <a:endParaRPr/>
          </a:p>
        </p:txBody>
      </p:sp>
      <p:pic>
        <p:nvPicPr>
          <p:cNvPr id="537" name="Google Shape;537;p91"/>
          <p:cNvPicPr preferRelativeResize="0"/>
          <p:nvPr/>
        </p:nvPicPr>
        <p:blipFill>
          <a:blip r:embed="rId4">
            <a:alphaModFix/>
          </a:blip>
          <a:stretch>
            <a:fillRect/>
          </a:stretch>
        </p:blipFill>
        <p:spPr>
          <a:xfrm>
            <a:off x="6211875" y="112858"/>
            <a:ext cx="2686050" cy="904875"/>
          </a:xfrm>
          <a:prstGeom prst="rect">
            <a:avLst/>
          </a:prstGeom>
          <a:noFill/>
          <a:ln>
            <a:noFill/>
          </a:ln>
        </p:spPr>
      </p:pic>
      <p:sp>
        <p:nvSpPr>
          <p:cNvPr id="538" name="Google Shape;538;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a Cloudflare account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22580" lvl="0" marL="457200" rtl="0" algn="l">
              <a:lnSpc>
                <a:spcPct val="115000"/>
              </a:lnSpc>
              <a:spcBef>
                <a:spcPts val="0"/>
              </a:spcBef>
              <a:spcAft>
                <a:spcPts val="0"/>
              </a:spcAft>
              <a:buClr>
                <a:schemeClr val="dk1"/>
              </a:buClr>
              <a:buSzPct val="100000"/>
              <a:buChar char="●"/>
            </a:pPr>
            <a:r>
              <a:rPr lang="en" sz="1600">
                <a:solidFill>
                  <a:schemeClr val="dk1"/>
                </a:solidFill>
              </a:rPr>
              <a:t>Login to the Cloudflare dash at </a:t>
            </a:r>
            <a:r>
              <a:rPr lang="en" sz="1600" u="sng">
                <a:solidFill>
                  <a:srgbClr val="1155CC"/>
                </a:solidFill>
                <a:hlinkClick r:id="rId3">
                  <a:extLst>
                    <a:ext uri="{A12FA001-AC4F-418D-AE19-62706E023703}">
                      <ahyp:hlinkClr val="tx"/>
                    </a:ext>
                  </a:extLst>
                </a:hlinkClick>
              </a:rPr>
              <a:t>https://dash.cloudflare.com/login</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Click the profile icon in the upper right corner, and click “Profile” in the drop-down menu.</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On the Profile page, click “API Tokens” from the left-side navigation bar.</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Click the “Create Token” button in the “API Tokens” card on the “User API Tokens” page.</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Click the “Use template” button next to “Read Cloudflare Radar data”</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Under “Account Resources”, choose the account associated with your login from the drop-down menu.</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Click the “Continue to summary” button at the bottom of the page.</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Click “Create Token” on the next page</a:t>
            </a:r>
            <a:endParaRPr sz="1600">
              <a:solidFill>
                <a:schemeClr val="dk1"/>
              </a:solidFill>
            </a:endParaRPr>
          </a:p>
          <a:p>
            <a:pPr indent="-322580" lvl="0" marL="457200" rtl="0" algn="l">
              <a:lnSpc>
                <a:spcPct val="115000"/>
              </a:lnSpc>
              <a:spcBef>
                <a:spcPts val="0"/>
              </a:spcBef>
              <a:spcAft>
                <a:spcPts val="0"/>
              </a:spcAft>
              <a:buClr>
                <a:schemeClr val="dk1"/>
              </a:buClr>
              <a:buSzPct val="100000"/>
              <a:buChar char="●"/>
            </a:pPr>
            <a:r>
              <a:rPr lang="en" sz="1600">
                <a:solidFill>
                  <a:schemeClr val="dk1"/>
                </a:solidFill>
              </a:rPr>
              <a:t>If token creation was successful, it will be displayed in a text box. Copy it to a password manager or other secure location, as it will not be shown again. You can confirm that the token is valid and active by executing the curl command shown on the page.</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1200"/>
              </a:spcAft>
              <a:buNone/>
            </a:pPr>
            <a:r>
              <a:t/>
            </a:r>
            <a:endParaRPr/>
          </a:p>
        </p:txBody>
      </p:sp>
      <p:pic>
        <p:nvPicPr>
          <p:cNvPr id="544" name="Google Shape;544;p92"/>
          <p:cNvPicPr preferRelativeResize="0"/>
          <p:nvPr/>
        </p:nvPicPr>
        <p:blipFill>
          <a:blip r:embed="rId4">
            <a:alphaModFix/>
          </a:blip>
          <a:stretch>
            <a:fillRect/>
          </a:stretch>
        </p:blipFill>
        <p:spPr>
          <a:xfrm>
            <a:off x="6211875" y="112858"/>
            <a:ext cx="2686050" cy="904875"/>
          </a:xfrm>
          <a:prstGeom prst="rect">
            <a:avLst/>
          </a:prstGeom>
          <a:noFill/>
          <a:ln>
            <a:noFill/>
          </a:ln>
        </p:spPr>
      </p:pic>
      <p:sp>
        <p:nvSpPr>
          <p:cNvPr id="545" name="Google Shape;545;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an API token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9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chemeClr val="dk1"/>
                </a:solidFill>
              </a:rPr>
              <a:t>[Cloudflare Radar - Project 1] Aggregate and visualize metrics across platforms</a:t>
            </a:r>
            <a:br>
              <a:rPr b="1" lang="en" sz="1600">
                <a:solidFill>
                  <a:schemeClr val="dk1"/>
                </a:solidFill>
              </a:rPr>
            </a:br>
            <a:endParaRPr b="1"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Radar provides a number of metrics that can help assess the occurrence and impact of a potential Internet disruption. (These include traffic metrics for HTTP requests, Netflows, and DNS; TCP resets &amp; timeouts; bandwidth &amp; latency; and announced IP address space.) However, these are largely all from a single platform. In order to corroborate observed disruptions, it would be helpful to have an aggregated view that includes metrics from other platforms. </a:t>
            </a:r>
            <a:endParaRPr sz="1600"/>
          </a:p>
        </p:txBody>
      </p:sp>
      <p:pic>
        <p:nvPicPr>
          <p:cNvPr id="551" name="Google Shape;551;p93"/>
          <p:cNvPicPr preferRelativeResize="0"/>
          <p:nvPr/>
        </p:nvPicPr>
        <p:blipFill>
          <a:blip r:embed="rId3">
            <a:alphaModFix/>
          </a:blip>
          <a:stretch>
            <a:fillRect/>
          </a:stretch>
        </p:blipFill>
        <p:spPr>
          <a:xfrm>
            <a:off x="6211875" y="112858"/>
            <a:ext cx="2686050" cy="904875"/>
          </a:xfrm>
          <a:prstGeom prst="rect">
            <a:avLst/>
          </a:prstGeom>
          <a:noFill/>
          <a:ln>
            <a:noFill/>
          </a:ln>
        </p:spPr>
      </p:pic>
      <p:sp>
        <p:nvSpPr>
          <p:cNvPr id="552" name="Google Shape;552;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Possible Project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6" name="Shape 556"/>
        <p:cNvGrpSpPr/>
        <p:nvPr/>
      </p:nvGrpSpPr>
      <p:grpSpPr>
        <a:xfrm>
          <a:off x="0" y="0"/>
          <a:ext cx="0" cy="0"/>
          <a:chOff x="0" y="0"/>
          <a:chExt cx="0" cy="0"/>
        </a:xfrm>
      </p:grpSpPr>
      <p:sp>
        <p:nvSpPr>
          <p:cNvPr id="557" name="Google Shape;557;p94"/>
          <p:cNvSpPr txBox="1"/>
          <p:nvPr>
            <p:ph type="title"/>
          </p:nvPr>
        </p:nvSpPr>
        <p:spPr>
          <a:xfrm>
            <a:off x="311700" y="1033325"/>
            <a:ext cx="8520600" cy="2876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t>Internet History Initiative</a:t>
            </a:r>
            <a:endParaRPr sz="4800"/>
          </a:p>
          <a:p>
            <a:pPr indent="0" lvl="0" marL="0" rtl="0" algn="ctr">
              <a:spcBef>
                <a:spcPts val="0"/>
              </a:spcBef>
              <a:spcAft>
                <a:spcPts val="0"/>
              </a:spcAft>
              <a:buNone/>
            </a:pPr>
            <a:r>
              <a:rPr lang="en" sz="3000" u="sng">
                <a:solidFill>
                  <a:schemeClr val="hlink"/>
                </a:solidFill>
                <a:hlinkClick r:id="rId3"/>
              </a:rPr>
              <a:t>https://internethistoryinitiative.org/</a:t>
            </a:r>
            <a:r>
              <a:rPr lang="en" sz="3000"/>
              <a:t> </a:t>
            </a:r>
            <a:endParaRPr sz="3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61" name="Shape 561"/>
        <p:cNvGrpSpPr/>
        <p:nvPr/>
      </p:nvGrpSpPr>
      <p:grpSpPr>
        <a:xfrm>
          <a:off x="0" y="0"/>
          <a:ext cx="0" cy="0"/>
          <a:chOff x="0" y="0"/>
          <a:chExt cx="0" cy="0"/>
        </a:xfrm>
      </p:grpSpPr>
      <p:pic>
        <p:nvPicPr>
          <p:cNvPr id="562" name="Google Shape;562;p95"/>
          <p:cNvPicPr preferRelativeResize="0"/>
          <p:nvPr/>
        </p:nvPicPr>
        <p:blipFill>
          <a:blip r:embed="rId3">
            <a:alphaModFix/>
          </a:blip>
          <a:stretch>
            <a:fillRect/>
          </a:stretch>
        </p:blipFill>
        <p:spPr>
          <a:xfrm>
            <a:off x="2192600" y="1900225"/>
            <a:ext cx="4758799" cy="13430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6"/>
          <p:cNvSpPr txBox="1"/>
          <p:nvPr>
            <p:ph type="title"/>
          </p:nvPr>
        </p:nvSpPr>
        <p:spPr>
          <a:xfrm>
            <a:off x="277200" y="2052775"/>
            <a:ext cx="8589600" cy="237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latin typeface="Fira Sans"/>
                <a:ea typeface="Fira Sans"/>
                <a:cs typeface="Fira Sans"/>
                <a:sym typeface="Fira Sans"/>
              </a:rPr>
              <a:t>The</a:t>
            </a:r>
            <a:r>
              <a:rPr lang="en">
                <a:latin typeface="Fira Sans"/>
                <a:ea typeface="Fira Sans"/>
                <a:cs typeface="Fira Sans"/>
                <a:sym typeface="Fira Sans"/>
              </a:rPr>
              <a:t> Open Observatory of Network Interference Foundation</a:t>
            </a:r>
            <a:r>
              <a:rPr b="0" lang="en">
                <a:latin typeface="Fira Sans"/>
                <a:ea typeface="Fira Sans"/>
                <a:cs typeface="Fira Sans"/>
                <a:sym typeface="Fira Sans"/>
              </a:rPr>
              <a:t> </a:t>
            </a:r>
            <a:r>
              <a:rPr lang="en">
                <a:latin typeface="Fira Sans"/>
                <a:ea typeface="Fira Sans"/>
                <a:cs typeface="Fira Sans"/>
                <a:sym typeface="Fira Sans"/>
              </a:rPr>
              <a:t>(OONI)</a:t>
            </a:r>
            <a:r>
              <a:rPr b="0" lang="en">
                <a:latin typeface="Fira Sans"/>
                <a:ea typeface="Fira Sans"/>
                <a:cs typeface="Fira Sans"/>
                <a:sym typeface="Fira Sans"/>
              </a:rPr>
              <a:t> is an </a:t>
            </a:r>
            <a:r>
              <a:rPr lang="en">
                <a:latin typeface="Fira Sans"/>
                <a:ea typeface="Fira Sans"/>
                <a:cs typeface="Fira Sans"/>
                <a:sym typeface="Fira Sans"/>
              </a:rPr>
              <a:t>NGO</a:t>
            </a:r>
            <a:r>
              <a:rPr b="0" lang="en">
                <a:latin typeface="Fira Sans"/>
                <a:ea typeface="Fira Sans"/>
                <a:cs typeface="Fira Sans"/>
                <a:sym typeface="Fira Sans"/>
              </a:rPr>
              <a:t> that develops </a:t>
            </a:r>
            <a:r>
              <a:rPr lang="en">
                <a:latin typeface="Fira Sans"/>
                <a:ea typeface="Fira Sans"/>
                <a:cs typeface="Fira Sans"/>
                <a:sym typeface="Fira Sans"/>
              </a:rPr>
              <a:t>open source software </a:t>
            </a:r>
            <a:r>
              <a:rPr b="0" lang="en">
                <a:latin typeface="Fira Sans"/>
                <a:ea typeface="Fira Sans"/>
                <a:cs typeface="Fira Sans"/>
                <a:sym typeface="Fira Sans"/>
              </a:rPr>
              <a:t>and</a:t>
            </a:r>
            <a:r>
              <a:rPr lang="en">
                <a:latin typeface="Fira Sans"/>
                <a:ea typeface="Fira Sans"/>
                <a:cs typeface="Fira Sans"/>
                <a:sym typeface="Fira Sans"/>
              </a:rPr>
              <a:t> open data</a:t>
            </a:r>
            <a:r>
              <a:rPr b="0" lang="en">
                <a:latin typeface="Fira Sans"/>
                <a:ea typeface="Fira Sans"/>
                <a:cs typeface="Fira Sans"/>
                <a:sym typeface="Fira Sans"/>
              </a:rPr>
              <a:t> to </a:t>
            </a:r>
            <a:r>
              <a:rPr lang="en">
                <a:latin typeface="Fira Sans"/>
                <a:ea typeface="Fira Sans"/>
                <a:cs typeface="Fira Sans"/>
                <a:sym typeface="Fira Sans"/>
              </a:rPr>
              <a:t>empower decentralized</a:t>
            </a:r>
            <a:r>
              <a:rPr b="0" lang="en">
                <a:latin typeface="Fira Sans"/>
                <a:ea typeface="Fira Sans"/>
                <a:cs typeface="Fira Sans"/>
                <a:sym typeface="Fira Sans"/>
              </a:rPr>
              <a:t> </a:t>
            </a:r>
            <a:r>
              <a:rPr lang="en">
                <a:latin typeface="Fira Sans"/>
                <a:ea typeface="Fira Sans"/>
                <a:cs typeface="Fira Sans"/>
                <a:sym typeface="Fira Sans"/>
              </a:rPr>
              <a:t>efforts</a:t>
            </a:r>
            <a:r>
              <a:rPr b="0" lang="en">
                <a:latin typeface="Fira Sans"/>
                <a:ea typeface="Fira Sans"/>
                <a:cs typeface="Fira Sans"/>
                <a:sym typeface="Fira Sans"/>
              </a:rPr>
              <a:t> in </a:t>
            </a:r>
            <a:r>
              <a:rPr lang="en">
                <a:latin typeface="Fira Sans"/>
                <a:ea typeface="Fira Sans"/>
                <a:cs typeface="Fira Sans"/>
                <a:sym typeface="Fira Sans"/>
              </a:rPr>
              <a:t>documenting internet censorship</a:t>
            </a:r>
            <a:r>
              <a:rPr b="0" lang="en">
                <a:latin typeface="Fira Sans"/>
                <a:ea typeface="Fira Sans"/>
                <a:cs typeface="Fira Sans"/>
                <a:sym typeface="Fira Sans"/>
              </a:rPr>
              <a:t> around the world</a:t>
            </a:r>
            <a:endParaRPr b="0">
              <a:latin typeface="Fira Sans"/>
              <a:ea typeface="Fira Sans"/>
              <a:cs typeface="Fira Sans"/>
              <a:sym typeface="Fira Sans"/>
            </a:endParaRPr>
          </a:p>
        </p:txBody>
      </p:sp>
      <p:pic>
        <p:nvPicPr>
          <p:cNvPr id="568" name="Google Shape;568;p96"/>
          <p:cNvPicPr preferRelativeResize="0"/>
          <p:nvPr/>
        </p:nvPicPr>
        <p:blipFill>
          <a:blip r:embed="rId3">
            <a:alphaModFix/>
          </a:blip>
          <a:stretch>
            <a:fillRect/>
          </a:stretch>
        </p:blipFill>
        <p:spPr>
          <a:xfrm>
            <a:off x="2192600" y="339275"/>
            <a:ext cx="4758799" cy="13430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7"/>
          <p:cNvSpPr txBox="1"/>
          <p:nvPr/>
        </p:nvSpPr>
        <p:spPr>
          <a:xfrm>
            <a:off x="5098775" y="4481550"/>
            <a:ext cx="4045500" cy="465300"/>
          </a:xfrm>
          <a:prstGeom prst="rect">
            <a:avLst/>
          </a:prstGeom>
          <a:solidFill>
            <a:srgbClr val="0588CB"/>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2300">
                <a:solidFill>
                  <a:srgbClr val="F2F2F2"/>
                </a:solidFill>
                <a:latin typeface="Fira Sans"/>
                <a:ea typeface="Fira Sans"/>
                <a:cs typeface="Fira Sans"/>
                <a:sym typeface="Fira Sans"/>
              </a:rPr>
              <a:t>Open Source Software</a:t>
            </a:r>
            <a:endParaRPr b="1" sz="2300">
              <a:solidFill>
                <a:srgbClr val="F2F2F2"/>
              </a:solidFill>
              <a:latin typeface="Fira Sans"/>
              <a:ea typeface="Fira Sans"/>
              <a:cs typeface="Fira Sans"/>
              <a:sym typeface="Fira Sans"/>
            </a:endParaRPr>
          </a:p>
        </p:txBody>
      </p:sp>
      <p:pic>
        <p:nvPicPr>
          <p:cNvPr id="574" name="Google Shape;574;p97"/>
          <p:cNvPicPr preferRelativeResize="0"/>
          <p:nvPr/>
        </p:nvPicPr>
        <p:blipFill rotWithShape="1">
          <a:blip r:embed="rId3">
            <a:alphaModFix/>
          </a:blip>
          <a:srcRect b="17777" l="0" r="0" t="0"/>
          <a:stretch/>
        </p:blipFill>
        <p:spPr>
          <a:xfrm>
            <a:off x="223975" y="766124"/>
            <a:ext cx="2173325" cy="3670702"/>
          </a:xfrm>
          <a:prstGeom prst="rect">
            <a:avLst/>
          </a:prstGeom>
          <a:noFill/>
          <a:ln>
            <a:noFill/>
          </a:ln>
        </p:spPr>
      </p:pic>
      <p:pic>
        <p:nvPicPr>
          <p:cNvPr id="575" name="Google Shape;575;p97"/>
          <p:cNvPicPr preferRelativeResize="0"/>
          <p:nvPr/>
        </p:nvPicPr>
        <p:blipFill>
          <a:blip r:embed="rId4">
            <a:alphaModFix/>
          </a:blip>
          <a:stretch>
            <a:fillRect/>
          </a:stretch>
        </p:blipFill>
        <p:spPr>
          <a:xfrm>
            <a:off x="2489687" y="2175625"/>
            <a:ext cx="3437993" cy="2058086"/>
          </a:xfrm>
          <a:prstGeom prst="rect">
            <a:avLst/>
          </a:prstGeom>
          <a:noFill/>
          <a:ln>
            <a:noFill/>
          </a:ln>
        </p:spPr>
      </p:pic>
      <p:pic>
        <p:nvPicPr>
          <p:cNvPr id="576" name="Google Shape;576;p97"/>
          <p:cNvPicPr preferRelativeResize="0"/>
          <p:nvPr/>
        </p:nvPicPr>
        <p:blipFill>
          <a:blip r:embed="rId5">
            <a:alphaModFix/>
          </a:blip>
          <a:stretch>
            <a:fillRect/>
          </a:stretch>
        </p:blipFill>
        <p:spPr>
          <a:xfrm>
            <a:off x="6364350" y="3778749"/>
            <a:ext cx="2641100" cy="512125"/>
          </a:xfrm>
          <a:prstGeom prst="rect">
            <a:avLst/>
          </a:prstGeom>
          <a:noFill/>
          <a:ln>
            <a:noFill/>
          </a:ln>
        </p:spPr>
      </p:pic>
      <p:sp>
        <p:nvSpPr>
          <p:cNvPr id="577" name="Google Shape;577;p97"/>
          <p:cNvSpPr txBox="1"/>
          <p:nvPr/>
        </p:nvSpPr>
        <p:spPr>
          <a:xfrm>
            <a:off x="2845450" y="781000"/>
            <a:ext cx="6036900" cy="9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Fira Sans"/>
                <a:ea typeface="Fira Sans"/>
                <a:cs typeface="Fira Sans"/>
                <a:sym typeface="Fira Sans"/>
              </a:rPr>
              <a:t>Hundreds of thousands</a:t>
            </a:r>
            <a:r>
              <a:rPr lang="en">
                <a:solidFill>
                  <a:schemeClr val="dk1"/>
                </a:solidFill>
                <a:latin typeface="Fira Sans"/>
                <a:ea typeface="Fira Sans"/>
                <a:cs typeface="Fira Sans"/>
                <a:sym typeface="Fira Sans"/>
              </a:rPr>
              <a:t> of people all over the world have </a:t>
            </a:r>
            <a:r>
              <a:rPr b="1" lang="en">
                <a:solidFill>
                  <a:schemeClr val="dk1"/>
                </a:solidFill>
                <a:latin typeface="Fira Sans"/>
                <a:ea typeface="Fira Sans"/>
                <a:cs typeface="Fira Sans"/>
                <a:sym typeface="Fira Sans"/>
              </a:rPr>
              <a:t>installed OONI Probe on their mobile phone or computer</a:t>
            </a:r>
            <a:r>
              <a:rPr lang="en">
                <a:solidFill>
                  <a:schemeClr val="dk1"/>
                </a:solidFill>
                <a:latin typeface="Fira Sans"/>
                <a:ea typeface="Fira Sans"/>
                <a:cs typeface="Fira Sans"/>
                <a:sym typeface="Fira Sans"/>
              </a:rPr>
              <a:t> to collect </a:t>
            </a:r>
            <a:r>
              <a:rPr b="1" lang="en">
                <a:solidFill>
                  <a:schemeClr val="dk1"/>
                </a:solidFill>
                <a:latin typeface="Fira Sans"/>
                <a:ea typeface="Fira Sans"/>
                <a:cs typeface="Fira Sans"/>
                <a:sym typeface="Fira Sans"/>
              </a:rPr>
              <a:t>evidence of internet censorship in their country.</a:t>
            </a:r>
            <a:endParaRPr b="1">
              <a:solidFill>
                <a:schemeClr val="dk1"/>
              </a:solidFill>
              <a:latin typeface="Roboto Condensed"/>
              <a:ea typeface="Roboto Condensed"/>
              <a:cs typeface="Roboto Condensed"/>
              <a:sym typeface="Roboto Condensed"/>
            </a:endParaRPr>
          </a:p>
        </p:txBody>
      </p:sp>
      <p:sp>
        <p:nvSpPr>
          <p:cNvPr id="578" name="Google Shape;578;p97"/>
          <p:cNvSpPr txBox="1"/>
          <p:nvPr/>
        </p:nvSpPr>
        <p:spPr>
          <a:xfrm>
            <a:off x="6020050" y="2175625"/>
            <a:ext cx="2862300" cy="10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Fira Sans"/>
                <a:ea typeface="Fira Sans"/>
                <a:cs typeface="Fira Sans"/>
                <a:sym typeface="Fira Sans"/>
              </a:rPr>
              <a:t>All our software is developed in the open and </a:t>
            </a:r>
            <a:r>
              <a:rPr b="1" lang="en">
                <a:solidFill>
                  <a:schemeClr val="dk1"/>
                </a:solidFill>
                <a:latin typeface="Fira Sans"/>
                <a:ea typeface="Fira Sans"/>
                <a:cs typeface="Fira Sans"/>
                <a:sym typeface="Fira Sans"/>
              </a:rPr>
              <a:t>released as free software</a:t>
            </a:r>
            <a:r>
              <a:rPr lang="en">
                <a:solidFill>
                  <a:schemeClr val="dk1"/>
                </a:solidFill>
                <a:latin typeface="Fira Sans"/>
                <a:ea typeface="Fira Sans"/>
                <a:cs typeface="Fira Sans"/>
                <a:sym typeface="Fira Sans"/>
              </a:rPr>
              <a:t>: https://github.com/ooni/</a:t>
            </a:r>
            <a:endParaRPr>
              <a:solidFill>
                <a:schemeClr val="dk1"/>
              </a:solidFill>
              <a:latin typeface="Roboto Condensed"/>
              <a:ea typeface="Roboto Condensed"/>
              <a:cs typeface="Roboto Condensed"/>
              <a:sym typeface="Roboto Condense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98"/>
          <p:cNvSpPr txBox="1"/>
          <p:nvPr/>
        </p:nvSpPr>
        <p:spPr>
          <a:xfrm>
            <a:off x="5098775" y="4481550"/>
            <a:ext cx="4045500" cy="465300"/>
          </a:xfrm>
          <a:prstGeom prst="rect">
            <a:avLst/>
          </a:prstGeom>
          <a:solidFill>
            <a:srgbClr val="0588CB"/>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2300">
                <a:solidFill>
                  <a:srgbClr val="F2F2F2"/>
                </a:solidFill>
                <a:latin typeface="Fira Sans"/>
                <a:ea typeface="Fira Sans"/>
                <a:cs typeface="Fira Sans"/>
                <a:sym typeface="Fira Sans"/>
              </a:rPr>
              <a:t>Open Data</a:t>
            </a:r>
            <a:endParaRPr b="1" sz="2300">
              <a:solidFill>
                <a:srgbClr val="F2F2F2"/>
              </a:solidFill>
              <a:latin typeface="Fira Sans"/>
              <a:ea typeface="Fira Sans"/>
              <a:cs typeface="Fira Sans"/>
              <a:sym typeface="Fira Sans"/>
            </a:endParaRPr>
          </a:p>
        </p:txBody>
      </p:sp>
      <p:pic>
        <p:nvPicPr>
          <p:cNvPr id="584" name="Google Shape;584;p98"/>
          <p:cNvPicPr preferRelativeResize="0"/>
          <p:nvPr/>
        </p:nvPicPr>
        <p:blipFill>
          <a:blip r:embed="rId3">
            <a:alphaModFix/>
          </a:blip>
          <a:stretch>
            <a:fillRect/>
          </a:stretch>
        </p:blipFill>
        <p:spPr>
          <a:xfrm>
            <a:off x="5554639" y="3705505"/>
            <a:ext cx="3410401" cy="582900"/>
          </a:xfrm>
          <a:prstGeom prst="rect">
            <a:avLst/>
          </a:prstGeom>
          <a:noFill/>
          <a:ln>
            <a:noFill/>
          </a:ln>
        </p:spPr>
      </p:pic>
      <p:pic>
        <p:nvPicPr>
          <p:cNvPr id="585" name="Google Shape;585;p98"/>
          <p:cNvPicPr preferRelativeResize="0"/>
          <p:nvPr/>
        </p:nvPicPr>
        <p:blipFill>
          <a:blip r:embed="rId4">
            <a:alphaModFix/>
          </a:blip>
          <a:stretch>
            <a:fillRect/>
          </a:stretch>
        </p:blipFill>
        <p:spPr>
          <a:xfrm>
            <a:off x="45375" y="1059188"/>
            <a:ext cx="5053399" cy="3025130"/>
          </a:xfrm>
          <a:prstGeom prst="rect">
            <a:avLst/>
          </a:prstGeom>
          <a:noFill/>
          <a:ln>
            <a:noFill/>
          </a:ln>
        </p:spPr>
      </p:pic>
      <p:sp>
        <p:nvSpPr>
          <p:cNvPr id="586" name="Google Shape;586;p98"/>
          <p:cNvSpPr txBox="1"/>
          <p:nvPr/>
        </p:nvSpPr>
        <p:spPr>
          <a:xfrm>
            <a:off x="5198375" y="1252350"/>
            <a:ext cx="3846300" cy="19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Fira Sans"/>
                <a:ea typeface="Fira Sans"/>
                <a:cs typeface="Fira Sans"/>
                <a:sym typeface="Fira Sans"/>
              </a:rPr>
              <a:t>OONI Explorer is the world's largest open data repository on internet censorship worldwide.</a:t>
            </a:r>
            <a:endParaRPr b="1">
              <a:solidFill>
                <a:schemeClr val="dk1"/>
              </a:solidFill>
              <a:latin typeface="Fira Sans"/>
              <a:ea typeface="Fira Sans"/>
              <a:cs typeface="Fira Sans"/>
              <a:sym typeface="Fira Sans"/>
            </a:endParaRPr>
          </a:p>
          <a:p>
            <a:pPr indent="0" lvl="0" marL="0" rtl="0" algn="l">
              <a:spcBef>
                <a:spcPts val="0"/>
              </a:spcBef>
              <a:spcAft>
                <a:spcPts val="0"/>
              </a:spcAft>
              <a:buNone/>
            </a:pPr>
            <a:r>
              <a:t/>
            </a:r>
            <a:endParaRPr>
              <a:solidFill>
                <a:schemeClr val="dk1"/>
              </a:solidFill>
              <a:latin typeface="Fira Sans"/>
              <a:ea typeface="Fira Sans"/>
              <a:cs typeface="Fira Sans"/>
              <a:sym typeface="Fira Sans"/>
            </a:endParaRPr>
          </a:p>
          <a:p>
            <a:pPr indent="0" lvl="0" marL="0" rtl="0" algn="l">
              <a:spcBef>
                <a:spcPts val="0"/>
              </a:spcBef>
              <a:spcAft>
                <a:spcPts val="0"/>
              </a:spcAft>
              <a:buNone/>
            </a:pPr>
            <a:r>
              <a:rPr lang="en">
                <a:solidFill>
                  <a:schemeClr val="dk1"/>
                </a:solidFill>
                <a:latin typeface="Fira Sans"/>
                <a:ea typeface="Fira Sans"/>
                <a:cs typeface="Fira Sans"/>
                <a:sym typeface="Fira Sans"/>
              </a:rPr>
              <a:t>From </a:t>
            </a:r>
            <a:r>
              <a:rPr b="1" lang="en">
                <a:solidFill>
                  <a:schemeClr val="dk1"/>
                </a:solidFill>
                <a:latin typeface="Fira Sans"/>
                <a:ea typeface="Fira Sans"/>
                <a:cs typeface="Fira Sans"/>
                <a:sym typeface="Fira Sans"/>
              </a:rPr>
              <a:t>2012 to 2024</a:t>
            </a:r>
            <a:r>
              <a:rPr lang="en">
                <a:solidFill>
                  <a:schemeClr val="dk1"/>
                </a:solidFill>
                <a:latin typeface="Fira Sans"/>
                <a:ea typeface="Fira Sans"/>
                <a:cs typeface="Fira Sans"/>
                <a:sym typeface="Fira Sans"/>
              </a:rPr>
              <a:t> we have collected and published </a:t>
            </a:r>
            <a:r>
              <a:rPr b="1" lang="en">
                <a:solidFill>
                  <a:schemeClr val="dk1"/>
                </a:solidFill>
                <a:latin typeface="Fira Sans"/>
                <a:ea typeface="Fira Sans"/>
                <a:cs typeface="Fira Sans"/>
                <a:sym typeface="Fira Sans"/>
              </a:rPr>
              <a:t>2 Billion network measurements</a:t>
            </a:r>
            <a:r>
              <a:rPr lang="en">
                <a:solidFill>
                  <a:schemeClr val="dk1"/>
                </a:solidFill>
                <a:latin typeface="Fira Sans"/>
                <a:ea typeface="Fira Sans"/>
                <a:cs typeface="Fira Sans"/>
                <a:sym typeface="Fira Sans"/>
              </a:rPr>
              <a:t> from </a:t>
            </a:r>
            <a:r>
              <a:rPr b="1" lang="en">
                <a:solidFill>
                  <a:schemeClr val="dk1"/>
                </a:solidFill>
                <a:latin typeface="Fira Sans"/>
                <a:ea typeface="Fira Sans"/>
                <a:cs typeface="Fira Sans"/>
                <a:sym typeface="Fira Sans"/>
              </a:rPr>
              <a:t>241 countries</a:t>
            </a:r>
            <a:r>
              <a:rPr lang="en">
                <a:solidFill>
                  <a:schemeClr val="dk1"/>
                </a:solidFill>
                <a:latin typeface="Fira Sans"/>
                <a:ea typeface="Fira Sans"/>
                <a:cs typeface="Fira Sans"/>
                <a:sym typeface="Fira Sans"/>
              </a:rPr>
              <a:t> and territories covering </a:t>
            </a:r>
            <a:r>
              <a:rPr b="1" lang="en">
                <a:solidFill>
                  <a:schemeClr val="dk1"/>
                </a:solidFill>
                <a:latin typeface="Fira Sans"/>
                <a:ea typeface="Fira Sans"/>
                <a:cs typeface="Fira Sans"/>
                <a:sym typeface="Fira Sans"/>
              </a:rPr>
              <a:t>27 thousand networks</a:t>
            </a:r>
            <a:r>
              <a:rPr lang="en">
                <a:solidFill>
                  <a:schemeClr val="dk1"/>
                </a:solidFill>
                <a:latin typeface="Fira Sans"/>
                <a:ea typeface="Fira Sans"/>
                <a:cs typeface="Fira Sans"/>
                <a:sym typeface="Fira Sans"/>
              </a:rPr>
              <a:t>.</a:t>
            </a:r>
            <a:endParaRPr>
              <a:solidFill>
                <a:schemeClr val="dk1"/>
              </a:solidFill>
              <a:latin typeface="Roboto Condensed"/>
              <a:ea typeface="Roboto Condensed"/>
              <a:cs typeface="Roboto Condensed"/>
              <a:sym typeface="Roboto Condense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id="591" name="Google Shape;591;p99" title="Screenshot 2025-10-26 at 05.12.14.png"/>
          <p:cNvPicPr preferRelativeResize="0"/>
          <p:nvPr/>
        </p:nvPicPr>
        <p:blipFill>
          <a:blip r:embed="rId3">
            <a:alphaModFix/>
          </a:blip>
          <a:stretch>
            <a:fillRect/>
          </a:stretch>
        </p:blipFill>
        <p:spPr>
          <a:xfrm>
            <a:off x="600475" y="295100"/>
            <a:ext cx="7943050" cy="4553300"/>
          </a:xfrm>
          <a:prstGeom prst="rect">
            <a:avLst/>
          </a:prstGeom>
          <a:noFill/>
          <a:ln>
            <a:noFill/>
          </a:ln>
        </p:spPr>
      </p:pic>
      <p:sp>
        <p:nvSpPr>
          <p:cNvPr id="592" name="Google Shape;592;p99"/>
          <p:cNvSpPr txBox="1"/>
          <p:nvPr>
            <p:ph type="title"/>
          </p:nvPr>
        </p:nvSpPr>
        <p:spPr>
          <a:xfrm>
            <a:off x="4312200" y="3438975"/>
            <a:ext cx="4831800" cy="681900"/>
          </a:xfrm>
          <a:prstGeom prst="rect">
            <a:avLst/>
          </a:prstGeom>
          <a:solidFill>
            <a:srgbClr val="0588CB"/>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2F2F2"/>
                </a:solidFill>
              </a:rPr>
              <a:t>OONI Explorer Findings</a:t>
            </a:r>
            <a:endParaRPr>
              <a:solidFill>
                <a:srgbClr val="F2F2F2"/>
              </a:solidFill>
              <a:latin typeface="Fira Sans"/>
              <a:ea typeface="Fira Sans"/>
              <a:cs typeface="Fira Sans"/>
              <a:sym typeface="Fira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OONI Data</a:t>
            </a:r>
            <a:endParaRPr/>
          </a:p>
        </p:txBody>
      </p:sp>
      <p:sp>
        <p:nvSpPr>
          <p:cNvPr id="598" name="Google Shape;598;p10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solidFill>
                  <a:schemeClr val="dk1"/>
                </a:solidFill>
              </a:rPr>
              <a:t>OONI data can be accessed through the public </a:t>
            </a:r>
            <a:r>
              <a:rPr lang="en" sz="1600" u="sng">
                <a:solidFill>
                  <a:srgbClr val="1155CC"/>
                </a:solidFill>
                <a:hlinkClick r:id="rId3">
                  <a:extLst>
                    <a:ext uri="{A12FA001-AC4F-418D-AE19-62706E023703}">
                      <ahyp:hlinkClr val="tx"/>
                    </a:ext>
                  </a:extLst>
                </a:hlinkClick>
              </a:rPr>
              <a:t>OONI Explorer web interface</a:t>
            </a:r>
            <a:r>
              <a:rPr lang="en" sz="1600">
                <a:solidFill>
                  <a:schemeClr val="dk1"/>
                </a:solidFill>
              </a:rPr>
              <a:t>. OONI Explorer has a component called the </a:t>
            </a:r>
            <a:r>
              <a:rPr lang="en" sz="1600" u="sng">
                <a:solidFill>
                  <a:srgbClr val="1155CC"/>
                </a:solidFill>
                <a:hlinkClick r:id="rId4">
                  <a:extLst>
                    <a:ext uri="{A12FA001-AC4F-418D-AE19-62706E023703}">
                      <ahyp:hlinkClr val="tx"/>
                    </a:ext>
                  </a:extLst>
                </a:hlinkClick>
              </a:rPr>
              <a:t>Measurement Aggregation Toolkit</a:t>
            </a:r>
            <a:r>
              <a:rPr lang="en" sz="1600">
                <a:solidFill>
                  <a:schemeClr val="dk1"/>
                </a:solidFill>
              </a:rPr>
              <a:t> (MAT), which can be used to produce plots of measurements over time. OONI Explorer is backed by </a:t>
            </a:r>
            <a:r>
              <a:rPr lang="en" sz="1600" u="sng">
                <a:solidFill>
                  <a:srgbClr val="1155CC"/>
                </a:solidFill>
                <a:hlinkClick r:id="rId5">
                  <a:extLst>
                    <a:ext uri="{A12FA001-AC4F-418D-AE19-62706E023703}">
                      <ahyp:hlinkClr val="tx"/>
                    </a:ext>
                  </a:extLst>
                </a:hlinkClick>
              </a:rPr>
              <a:t>OONI API</a:t>
            </a:r>
            <a:r>
              <a:rPr lang="en" sz="1600">
                <a:solidFill>
                  <a:schemeClr val="dk1"/>
                </a:solidFill>
              </a:rPr>
              <a:t>, links for the relevant API endpoints used to produce the charts can be found by clicking on the JSON Data or CSV Data on the MAT pages.</a:t>
            </a:r>
            <a:endParaRPr sz="1600">
              <a:solidFill>
                <a:schemeClr val="dk1"/>
              </a:solidFill>
            </a:endParaRPr>
          </a:p>
          <a:p>
            <a:pPr indent="0" lvl="0" marL="0" rtl="0" algn="l">
              <a:spcBef>
                <a:spcPts val="0"/>
              </a:spcBef>
              <a:spcAft>
                <a:spcPts val="1200"/>
              </a:spcAft>
              <a:buNone/>
            </a:pPr>
            <a:r>
              <a:t/>
            </a:r>
            <a:endParaRPr/>
          </a:p>
        </p:txBody>
      </p:sp>
      <p:pic>
        <p:nvPicPr>
          <p:cNvPr id="599" name="Google Shape;599;p100" title="OONI Logo@2x.png"/>
          <p:cNvPicPr preferRelativeResize="0"/>
          <p:nvPr/>
        </p:nvPicPr>
        <p:blipFill>
          <a:blip r:embed="rId6">
            <a:alphaModFix/>
          </a:blip>
          <a:stretch>
            <a:fillRect/>
          </a:stretch>
        </p:blipFill>
        <p:spPr>
          <a:xfrm>
            <a:off x="6421625" y="92076"/>
            <a:ext cx="2628625" cy="744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Access for IMC Hackathon</a:t>
            </a:r>
            <a:endParaRPr/>
          </a:p>
        </p:txBody>
      </p:sp>
      <p:sp>
        <p:nvSpPr>
          <p:cNvPr id="605" name="Google Shape;605;p10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78571"/>
              <a:buFont typeface="Arial"/>
              <a:buNone/>
            </a:pPr>
            <a:r>
              <a:rPr lang="en" sz="1400">
                <a:solidFill>
                  <a:schemeClr val="dk1"/>
                </a:solidFill>
              </a:rPr>
              <a:t>For the IMC hackathon we are also offering direct access to the underlying clickhouse database, the schema of which is available in the relevant documentation page: </a:t>
            </a:r>
            <a:r>
              <a:rPr lang="en" sz="1400" u="sng">
                <a:solidFill>
                  <a:srgbClr val="1155CC"/>
                </a:solidFill>
                <a:hlinkClick r:id="rId3">
                  <a:extLst>
                    <a:ext uri="{A12FA001-AC4F-418D-AE19-62706E023703}">
                      <ahyp:hlinkClr val="tx"/>
                    </a:ext>
                  </a:extLst>
                </a:hlinkClick>
              </a:rPr>
              <a:t>https://docs.ooni.org/data/oonidata-analysis-db/</a:t>
            </a:r>
            <a:r>
              <a:rPr lang="en" sz="1400">
                <a:solidFill>
                  <a:schemeClr val="dk1"/>
                </a:solidFill>
              </a:rPr>
              <a:t>.</a:t>
            </a:r>
            <a:endParaRPr sz="1400">
              <a:solidFill>
                <a:schemeClr val="dk1"/>
              </a:solidFill>
            </a:endParaRPr>
          </a:p>
          <a:p>
            <a:pPr indent="0" lvl="0" marL="0" rtl="0" algn="l">
              <a:spcBef>
                <a:spcPts val="0"/>
              </a:spcBef>
              <a:spcAft>
                <a:spcPts val="0"/>
              </a:spcAft>
              <a:buClr>
                <a:schemeClr val="dk1"/>
              </a:buClr>
              <a:buSzPct val="78571"/>
              <a:buFont typeface="Arial"/>
              <a:buNone/>
            </a:pPr>
            <a:r>
              <a:t/>
            </a:r>
            <a:endParaRPr sz="1400">
              <a:solidFill>
                <a:schemeClr val="dk1"/>
              </a:solidFill>
            </a:endParaRPr>
          </a:p>
          <a:p>
            <a:pPr indent="0" lvl="0" marL="0" rtl="0" algn="l">
              <a:spcBef>
                <a:spcPts val="0"/>
              </a:spcBef>
              <a:spcAft>
                <a:spcPts val="0"/>
              </a:spcAft>
              <a:buClr>
                <a:schemeClr val="dk1"/>
              </a:buClr>
              <a:buSzPct val="78571"/>
              <a:buFont typeface="Arial"/>
              <a:buNone/>
            </a:pPr>
            <a:r>
              <a:rPr lang="en" sz="1400">
                <a:solidFill>
                  <a:schemeClr val="dk1"/>
                </a:solidFill>
              </a:rPr>
              <a:t>In order to query the clickhouse database you may use the following credentials to access the OONI jupyter notebook server:</a:t>
            </a:r>
            <a:endParaRPr sz="1400">
              <a:solidFill>
                <a:schemeClr val="dk1"/>
              </a:solidFill>
            </a:endParaRPr>
          </a:p>
          <a:p>
            <a:pPr indent="0" lvl="0" marL="0" rtl="0" algn="l">
              <a:spcBef>
                <a:spcPts val="0"/>
              </a:spcBef>
              <a:spcAft>
                <a:spcPts val="0"/>
              </a:spcAft>
              <a:buClr>
                <a:schemeClr val="dk1"/>
              </a:buClr>
              <a:buSzPct val="78571"/>
              <a:buFont typeface="Arial"/>
              <a:buNone/>
            </a:pPr>
            <a:r>
              <a:t/>
            </a:r>
            <a:endParaRPr sz="1400">
              <a:solidFill>
                <a:schemeClr val="dk1"/>
              </a:solidFill>
            </a:endParaRPr>
          </a:p>
          <a:p>
            <a:pPr indent="0" lvl="0" marL="0" rtl="0" algn="l">
              <a:spcBef>
                <a:spcPts val="0"/>
              </a:spcBef>
              <a:spcAft>
                <a:spcPts val="0"/>
              </a:spcAft>
              <a:buClr>
                <a:schemeClr val="dk1"/>
              </a:buClr>
              <a:buSzPct val="78571"/>
              <a:buFont typeface="Arial"/>
              <a:buNone/>
            </a:pPr>
            <a:r>
              <a:rPr lang="en" sz="1400">
                <a:solidFill>
                  <a:schemeClr val="dk1"/>
                </a:solidFill>
              </a:rPr>
              <a:t>URL: </a:t>
            </a:r>
            <a:r>
              <a:rPr lang="en" sz="1400" u="sng">
                <a:solidFill>
                  <a:srgbClr val="1155CC"/>
                </a:solidFill>
                <a:hlinkClick r:id="rId4">
                  <a:extLst>
                    <a:ext uri="{A12FA001-AC4F-418D-AE19-62706E023703}">
                      <ahyp:hlinkClr val="tx"/>
                    </a:ext>
                  </a:extLst>
                </a:hlinkClick>
              </a:rPr>
              <a:t>https://notebook.ooni.org/</a:t>
            </a:r>
            <a:r>
              <a:rPr lang="en" sz="1400">
                <a:solidFill>
                  <a:schemeClr val="dk1"/>
                </a:solidFill>
              </a:rPr>
              <a:t> </a:t>
            </a:r>
            <a:endParaRPr sz="1400">
              <a:solidFill>
                <a:schemeClr val="dk1"/>
              </a:solidFill>
            </a:endParaRPr>
          </a:p>
          <a:p>
            <a:pPr indent="0" lvl="0" marL="0" rtl="0" algn="l">
              <a:spcBef>
                <a:spcPts val="0"/>
              </a:spcBef>
              <a:spcAft>
                <a:spcPts val="0"/>
              </a:spcAft>
              <a:buClr>
                <a:schemeClr val="dk1"/>
              </a:buClr>
              <a:buSzPct val="78571"/>
              <a:buFont typeface="Arial"/>
              <a:buNone/>
            </a:pPr>
            <a:r>
              <a:t/>
            </a:r>
            <a:endParaRPr sz="1400">
              <a:solidFill>
                <a:schemeClr val="dk1"/>
              </a:solidFill>
            </a:endParaRPr>
          </a:p>
          <a:p>
            <a:pPr indent="0" lvl="0" marL="0" rtl="0" algn="l">
              <a:spcBef>
                <a:spcPts val="0"/>
              </a:spcBef>
              <a:spcAft>
                <a:spcPts val="0"/>
              </a:spcAft>
              <a:buClr>
                <a:schemeClr val="dk1"/>
              </a:buClr>
              <a:buSzPct val="78571"/>
              <a:buFont typeface="Arial"/>
              <a:buNone/>
            </a:pPr>
            <a:r>
              <a:rPr lang="en" sz="1400">
                <a:solidFill>
                  <a:schemeClr val="dk1"/>
                </a:solidFill>
              </a:rPr>
              <a:t>user: imc2026</a:t>
            </a:r>
            <a:endParaRPr sz="1400">
              <a:solidFill>
                <a:schemeClr val="dk1"/>
              </a:solidFill>
            </a:endParaRPr>
          </a:p>
          <a:p>
            <a:pPr indent="0" lvl="0" marL="0" rtl="0" algn="l">
              <a:spcBef>
                <a:spcPts val="0"/>
              </a:spcBef>
              <a:spcAft>
                <a:spcPts val="0"/>
              </a:spcAft>
              <a:buNone/>
            </a:pPr>
            <a:r>
              <a:rPr lang="en" sz="1400">
                <a:solidFill>
                  <a:schemeClr val="dk1"/>
                </a:solidFill>
              </a:rPr>
              <a:t>password: aGoodUserIsAGentleUser</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Clr>
                <a:schemeClr val="dk1"/>
              </a:buClr>
              <a:buSzPct val="78571"/>
              <a:buFont typeface="Arial"/>
              <a:buNone/>
            </a:pPr>
            <a:r>
              <a:rPr lang="en" sz="1400">
                <a:solidFill>
                  <a:schemeClr val="dk1"/>
                </a:solidFill>
              </a:rPr>
              <a:t>Please note that this is a shared instance, so please try to limit resource usage as much as possible. If you need to run particularly memory or CPU heavy computation it’s recommended you export a dump of the data and run these computations on your own machine.</a:t>
            </a:r>
            <a:endParaRPr sz="1400">
              <a:solidFill>
                <a:schemeClr val="dk1"/>
              </a:solidFill>
            </a:endParaRPr>
          </a:p>
          <a:p>
            <a:pPr indent="0" lvl="0" marL="0" rtl="0" algn="l">
              <a:spcBef>
                <a:spcPts val="0"/>
              </a:spcBef>
              <a:spcAft>
                <a:spcPts val="0"/>
              </a:spcAft>
              <a:buClr>
                <a:schemeClr val="dk1"/>
              </a:buClr>
              <a:buSzPct val="78571"/>
              <a:buFont typeface="Arial"/>
              <a:buNone/>
            </a:pPr>
            <a:r>
              <a:t/>
            </a:r>
            <a:endParaRPr sz="1400">
              <a:solidFill>
                <a:schemeClr val="dk1"/>
              </a:solidFill>
            </a:endParaRPr>
          </a:p>
          <a:p>
            <a:pPr indent="0" lvl="0" marL="0" rtl="0" algn="l">
              <a:spcBef>
                <a:spcPts val="0"/>
              </a:spcBef>
              <a:spcAft>
                <a:spcPts val="0"/>
              </a:spcAft>
              <a:buClr>
                <a:schemeClr val="dk1"/>
              </a:buClr>
              <a:buSzPct val="78571"/>
              <a:buFont typeface="Arial"/>
              <a:buNone/>
            </a:pPr>
            <a:r>
              <a:rPr lang="en" sz="1400">
                <a:solidFill>
                  <a:schemeClr val="dk1"/>
                </a:solidFill>
              </a:rPr>
              <a:t>Make a copy of the notebook DUPLICATEME.ipynb and work on that for your project.</a:t>
            </a:r>
            <a:endParaRPr sz="1400">
              <a:solidFill>
                <a:schemeClr val="dk1"/>
              </a:solidFill>
            </a:endParaRPr>
          </a:p>
        </p:txBody>
      </p:sp>
      <p:pic>
        <p:nvPicPr>
          <p:cNvPr id="606" name="Google Shape;606;p101" title="OONI Logo@2x.png"/>
          <p:cNvPicPr preferRelativeResize="0"/>
          <p:nvPr/>
        </p:nvPicPr>
        <p:blipFill>
          <a:blip r:embed="rId5">
            <a:alphaModFix/>
          </a:blip>
          <a:stretch>
            <a:fillRect/>
          </a:stretch>
        </p:blipFill>
        <p:spPr>
          <a:xfrm>
            <a:off x="6421625" y="92076"/>
            <a:ext cx="2628625" cy="744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10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OONI Project Ideas</a:t>
            </a:r>
            <a:endParaRPr/>
          </a:p>
        </p:txBody>
      </p:sp>
      <p:sp>
        <p:nvSpPr>
          <p:cNvPr id="612" name="Google Shape;612;p10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en" sz="2000">
                <a:solidFill>
                  <a:schemeClr val="dk1"/>
                </a:solidFill>
              </a:rPr>
              <a:t>OONI as an outage signal: submission lag, volume, and cross-validation with IODA</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Analyze and visualize internet censorship data</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Improve OONI’s automatic censorship detection system</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TLS certificate divergence explorer</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Who gets blocked? Mapping OONI's blocked targets onto IYP</a:t>
            </a:r>
            <a:endParaRPr sz="2000">
              <a:solidFill>
                <a:schemeClr val="dk1"/>
              </a:solidFill>
            </a:endParaRPr>
          </a:p>
        </p:txBody>
      </p:sp>
      <p:pic>
        <p:nvPicPr>
          <p:cNvPr id="613" name="Google Shape;613;p102" title="OONI Logo@2x.png"/>
          <p:cNvPicPr preferRelativeResize="0"/>
          <p:nvPr/>
        </p:nvPicPr>
        <p:blipFill>
          <a:blip r:embed="rId3">
            <a:alphaModFix/>
          </a:blip>
          <a:stretch>
            <a:fillRect/>
          </a:stretch>
        </p:blipFill>
        <p:spPr>
          <a:xfrm>
            <a:off x="6421625" y="92076"/>
            <a:ext cx="2628625" cy="744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Black and White Theme for College by Slidesgo">
  <a:themeElements>
    <a:clrScheme name="Simple Light">
      <a:dk1>
        <a:srgbClr val="000000"/>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