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3"/>
    <p:restoredTop sz="94684"/>
  </p:normalViewPr>
  <p:slideViewPr>
    <p:cSldViewPr snapToGrid="0">
      <p:cViewPr varScale="1">
        <p:scale>
          <a:sx n="116" d="100"/>
          <a:sy n="116" d="100"/>
        </p:scale>
        <p:origin x="192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D00D0-DD32-DB6E-5ABB-CDE464FC0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C60707-3326-B842-19A8-93CF5CAD82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B7828-E0E5-8788-5A89-EA3503186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ADAEF-786E-6644-8730-98B4D8F5BB96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4E6A3-AF5F-C330-3CB0-4DF1AC9B0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474B9-FA53-826E-A37C-4A518F5EE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453C2-5E47-DF46-ACBF-C2B7D39F2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94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F566E-2DE3-D2AB-AF35-7B5BB5E7A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90D16-D288-E809-ADF8-CDB38ED73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927B2-CBD8-1343-613A-C8A04AC02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ADAEF-786E-6644-8730-98B4D8F5BB96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35193-D501-C65B-34FA-74E471C6F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6BEBB-192F-FBB2-FC88-2FF4DBD42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453C2-5E47-DF46-ACBF-C2B7D39F2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561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2121C-E77E-66BF-A48E-F4DAB1F34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1E680-BDB2-DD29-7945-8969E8998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13819-6E3D-8229-B23C-CBFFE1B3B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ADAEF-786E-6644-8730-98B4D8F5BB96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31E02-3C98-D7EF-EA9C-9C13B7AF0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69922-6BE9-C094-218E-B52830380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453C2-5E47-DF46-ACBF-C2B7D39F2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672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76B59-0717-B428-30F2-D4DC57116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F9268-65C7-5E2B-42A3-EF3B9C9968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E49F06-7440-4436-21F1-91925C9AC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846618-6CF7-70F0-EC00-DFEF8A8AC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ADAEF-786E-6644-8730-98B4D8F5BB96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16829-20F9-7788-D23F-82B5FC8B5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0FD2F-7D3F-B2F4-2370-84CB8C361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453C2-5E47-DF46-ACBF-C2B7D39F2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495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7CBE7-32AD-1291-B3C1-4D1875BDB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738C6-9957-4F29-22E4-89EFBEC85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E95613-DC5A-8A62-AB2E-294C1EE21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616014-A61D-D730-A4FB-9E01AC48E6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D2E484-BEAE-49A5-71FE-9777368C91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4DD366-41D9-FB3F-1619-24D9B345B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ADAEF-786E-6644-8730-98B4D8F5BB96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17848E-BADE-3D2B-0DE8-8709253B2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6060BB-2AC2-410D-A60F-327218272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453C2-5E47-DF46-ACBF-C2B7D39F2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729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1C45D-2386-0D75-9A61-8C2D8DB6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5B0D98-D7F8-4549-36EE-3B4D242E4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ADAEF-786E-6644-8730-98B4D8F5BB96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0961F4-E1C6-7CB1-82A0-1ACBB66CE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0F2CA3-AA25-0791-FCFC-B301D1E7B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453C2-5E47-DF46-ACBF-C2B7D39F2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247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7FB335-4175-F70A-5A42-E8B291619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ADAEF-786E-6644-8730-98B4D8F5BB96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4FD263-BEC8-74A9-B4C6-70451FAFE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08164-AF35-AA03-86CD-B0901B74B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453C2-5E47-DF46-ACBF-C2B7D39F2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096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3F545-40DA-66E6-C142-DAEA93549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121E8-79F5-FCBB-3AF3-6E813B8EC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6E6C7C-7488-AB0E-EC68-30B5DEC57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284E1-DEF7-9C83-3112-AC452D482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ADAEF-786E-6644-8730-98B4D8F5BB96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FB8DD-F558-2763-436C-FEC91F770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8F5CA-DA29-72D0-B3B6-2DCB104E7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453C2-5E47-DF46-ACBF-C2B7D39F2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462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12747-2B4D-7A30-FBF3-450A1A49A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43FFE8-BEF7-36B7-00AA-6F69055756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CACB72-DCE8-D3D9-ABFF-98FA745D5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79413-6056-78BB-2E2B-9FECB5E71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ADAEF-786E-6644-8730-98B4D8F5BB96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9D4D5-4D06-DECB-7643-1BD5EE8D0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F05C44-2051-F23C-BDDD-706499A43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453C2-5E47-DF46-ACBF-C2B7D39F2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792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98F5C-5673-072A-A372-10BA2BD1A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00AE98-9891-9A07-D38F-FDD7F1D586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CF164-421A-D757-6A6A-FE7A624E4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ADAEF-786E-6644-8730-98B4D8F5BB96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5C04F-3F4D-3442-3CF0-2B5F6B8D8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C8EB9-D29E-8205-CBEF-CB1869C60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453C2-5E47-DF46-ACBF-C2B7D39F2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777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BC88DA-241F-8571-0A50-6897AC0E8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E79434-B032-76C8-887F-66EA0F980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2E101-EA67-3FE9-24A2-2A5C21216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ADAEF-786E-6644-8730-98B4D8F5BB96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1C799-7D2D-9BFF-CD82-E2CFF3B99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FD81A-D595-B27B-B82C-1A4558D3A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453C2-5E47-DF46-ACBF-C2B7D39F2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459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1DC724-6CFC-E6FD-E88B-70E21E46F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2DC15-409E-1252-4867-503E4C1BA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E3530-78D2-9A7C-FEFE-9DE23F88C4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6ADAEF-786E-6644-8730-98B4D8F5BB96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90731-AD47-0591-9ECE-F53092EA3B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AEFA4-79ED-E495-855A-EE8D0DBB96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F453C2-5E47-DF46-ACBF-C2B7D39F2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171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053B6-3F81-2D21-50F7-678EE78865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IPv6 Fanatics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06B8A5-CB54-AD90-F8F5-0140D0F6C8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31 October 2025</a:t>
            </a:r>
          </a:p>
          <a:p>
            <a:r>
              <a:rPr lang="en-US" dirty="0"/>
              <a:t>IMC25 Hackathon</a:t>
            </a:r>
          </a:p>
        </p:txBody>
      </p:sp>
    </p:spTree>
    <p:extLst>
      <p:ext uri="{BB962C8B-B14F-4D97-AF65-F5344CB8AC3E}">
        <p14:creationId xmlns:p14="http://schemas.microsoft.com/office/powerpoint/2010/main" val="4205313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A0E75-43E0-488D-2991-98AFFAA53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5A5E9B0-2615-55AB-0BFB-940D2DD64A2D}"/>
              </a:ext>
            </a:extLst>
          </p:cNvPr>
          <p:cNvSpPr/>
          <p:nvPr/>
        </p:nvSpPr>
        <p:spPr>
          <a:xfrm>
            <a:off x="2085702" y="2523308"/>
            <a:ext cx="8020595" cy="18113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Where does IPv6 performance stand compared to IPv4?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1840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C2535-8E17-3B5A-01E1-D8D78DE1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42369-FAEC-A364-4EAB-808C24DEC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IPv6 Adoption per Country</a:t>
            </a:r>
          </a:p>
          <a:p>
            <a:r>
              <a:rPr lang="en-US" dirty="0"/>
              <a:t>IPv4 vs IPv6 Differences in Performance</a:t>
            </a:r>
          </a:p>
          <a:p>
            <a:pPr lvl="1"/>
            <a:r>
              <a:rPr lang="en-US" dirty="0"/>
              <a:t>Latency</a:t>
            </a:r>
          </a:p>
          <a:p>
            <a:pPr lvl="1"/>
            <a:r>
              <a:rPr lang="en-US" dirty="0"/>
              <a:t>Download/Upload Speeds</a:t>
            </a:r>
          </a:p>
          <a:p>
            <a:pPr lvl="1"/>
            <a:r>
              <a:rPr lang="en-US" dirty="0"/>
              <a:t>Loss Rate</a:t>
            </a:r>
          </a:p>
        </p:txBody>
      </p:sp>
    </p:spTree>
    <p:extLst>
      <p:ext uri="{BB962C8B-B14F-4D97-AF65-F5344CB8AC3E}">
        <p14:creationId xmlns:p14="http://schemas.microsoft.com/office/powerpoint/2010/main" val="4054810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5274B-19F1-5ACC-B457-185926D14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8ADCF-05C0-766D-7B4B-1D2BFA506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M-lab data snapshots from [2025/10/01 - 2025/10/07]</a:t>
            </a:r>
          </a:p>
          <a:p>
            <a:r>
              <a:rPr lang="en-US" dirty="0"/>
              <a:t>Network Diagnosis Tool: </a:t>
            </a:r>
          </a:p>
          <a:p>
            <a:pPr lvl="1"/>
            <a:r>
              <a:rPr lang="en-US" dirty="0"/>
              <a:t>Client </a:t>
            </a:r>
            <a:r>
              <a:rPr lang="en-US" dirty="0">
                <a:sym typeface="Wingdings" pitchFamily="2" charset="2"/>
              </a:rPr>
              <a:t> AS, Geolocation, RTT, Loss Rates, </a:t>
            </a:r>
            <a:r>
              <a:rPr lang="en-US" dirty="0"/>
              <a:t>Throughput Mbps</a:t>
            </a:r>
          </a:p>
          <a:p>
            <a:r>
              <a:rPr lang="en-US" dirty="0"/>
              <a:t>Cloudflare </a:t>
            </a:r>
            <a:r>
              <a:rPr lang="en-US" dirty="0" err="1"/>
              <a:t>Speedtest</a:t>
            </a:r>
            <a:r>
              <a:rPr lang="en-US" dirty="0"/>
              <a:t> Data:</a:t>
            </a:r>
          </a:p>
          <a:p>
            <a:pPr lvl="1"/>
            <a:r>
              <a:rPr lang="en-US" dirty="0"/>
              <a:t>Average Latency, Download/Upload bps</a:t>
            </a:r>
          </a:p>
        </p:txBody>
      </p:sp>
    </p:spTree>
    <p:extLst>
      <p:ext uri="{BB962C8B-B14F-4D97-AF65-F5344CB8AC3E}">
        <p14:creationId xmlns:p14="http://schemas.microsoft.com/office/powerpoint/2010/main" val="3827795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112C6-7E96-5534-58CC-F479E7C18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IPv6 Activity in the Wild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CE9E4F-13FA-A560-30EE-E1293FAD7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809" y="1690688"/>
            <a:ext cx="9208382" cy="420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15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81FAC-41BD-BA61-F8F9-9C1FAA9EC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vs IPv6 Performance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F0BB0E-EC24-D709-8A58-AF9022F17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2093245"/>
            <a:ext cx="11353800" cy="329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372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2CE38-8728-80F9-8919-BECDFE6CF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A graph of a line&#10;&#10;AI-generated content may be incorrect.">
            <a:extLst>
              <a:ext uri="{FF2B5EF4-FFF2-40B4-BE49-F238E27FC236}">
                <a16:creationId xmlns:a16="http://schemas.microsoft.com/office/drawing/2014/main" id="{BA70028B-A61D-796A-669C-78194F07E2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3085" y="507785"/>
            <a:ext cx="8785830" cy="5842429"/>
          </a:xfrm>
        </p:spPr>
      </p:pic>
    </p:spTree>
    <p:extLst>
      <p:ext uri="{BB962C8B-B14F-4D97-AF65-F5344CB8AC3E}">
        <p14:creationId xmlns:p14="http://schemas.microsoft.com/office/powerpoint/2010/main" val="595681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3096B445-386E-D525-DD17-3C32EE938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312" y="406859"/>
            <a:ext cx="9089375" cy="6044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31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network&#10;&#10;AI-generated content may be incorrect.">
            <a:extLst>
              <a:ext uri="{FF2B5EF4-FFF2-40B4-BE49-F238E27FC236}">
                <a16:creationId xmlns:a16="http://schemas.microsoft.com/office/drawing/2014/main" id="{D27564CF-12BD-EA49-429E-314F14D3C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211" y="362903"/>
            <a:ext cx="9221577" cy="613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873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network&#10;&#10;AI-generated content may be incorrect.">
            <a:extLst>
              <a:ext uri="{FF2B5EF4-FFF2-40B4-BE49-F238E27FC236}">
                <a16:creationId xmlns:a16="http://schemas.microsoft.com/office/drawing/2014/main" id="{1389C6A3-894F-B37C-A45A-AA12F66D7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958" y="253013"/>
            <a:ext cx="9552083" cy="635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219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network&#10;&#10;AI-generated content may be incorrect.">
            <a:extLst>
              <a:ext uri="{FF2B5EF4-FFF2-40B4-BE49-F238E27FC236}">
                <a16:creationId xmlns:a16="http://schemas.microsoft.com/office/drawing/2014/main" id="{D9DB4B50-719C-380C-4A11-902F20078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298" y="183415"/>
            <a:ext cx="9761404" cy="649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796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82</Words>
  <Application>Microsoft Macintosh PowerPoint</Application>
  <PresentationFormat>Widescreen</PresentationFormat>
  <Paragraphs>18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IPv6 Fanatics</vt:lpstr>
      <vt:lpstr>PowerPoint Presentation</vt:lpstr>
      <vt:lpstr>Project Roadmap</vt:lpstr>
      <vt:lpstr>Datasets</vt:lpstr>
      <vt:lpstr>IPv6 Activity in the Wild</vt:lpstr>
      <vt:lpstr>IPv4 vs IPv6 Performance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Erdemir, Mert</dc:creator>
  <cp:lastModifiedBy>Erdemir, Mert</cp:lastModifiedBy>
  <cp:revision>8</cp:revision>
  <dcterms:created xsi:type="dcterms:W3CDTF">2025-10-31T23:39:05Z</dcterms:created>
  <dcterms:modified xsi:type="dcterms:W3CDTF">2025-11-01T00:03:57Z</dcterms:modified>
</cp:coreProperties>
</file>